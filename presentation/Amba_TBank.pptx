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8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[Демо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OpenStreetMap, у каждого пункта ссылки. А если что-то не понравилось, план можно доработать прямо в чате: «подешевле», «убери музей».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вопроса, а после плана с ним можно продолжить диалог.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отклоняет. От спама стоят лимиты запросов в Redis.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 От спама — лимиты запросов в Redis.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вопроса до плана, правки — в чате после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Сайт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команды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2918-0080-C44F-6C3F-D26A7E77664F}"/>
              </a:ext>
            </a:extLst>
          </p:cNvPr>
          <p:cNvSpPr txBox="1"/>
          <p:nvPr/>
        </p:nvSpPr>
        <p:spPr>
          <a:xfrm>
            <a:off x="7566405" y="3657600"/>
            <a:ext cx="4862335" cy="1005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ts val="4000"/>
              </a:lnSpc>
            </a:pPr>
            <a:r>
              <a:rPr lang="ru-RU" sz="2800" b="0" dirty="0">
                <a:latin typeface="T-Sans Medium" pitchFamily="2" charset="0"/>
                <a:ea typeface="T-Sans" pitchFamily="2" charset="0"/>
              </a:rPr>
              <a:t>bessolitsingleb.github.io</a:t>
            </a:r>
          </a:p>
          <a:p>
            <a:pPr>
              <a:lnSpc>
                <a:spcPts val="4000"/>
              </a:lnSpc>
            </a:pPr>
            <a:r>
              <a:rPr lang="ru-RU" sz="2800" b="0" dirty="0">
                <a:latin typeface="T-Sans Medium" pitchFamily="2" charset="0"/>
                <a:ea typeface="T-Sans" pitchFamily="2" charset="0"/>
              </a:rPr>
              <a:t>/AI-ta/site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откройте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Приложение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Picture 18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Приложение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кафе, ссылки и маршрут по улицам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дорабатывается в чате: «подешевле», «убери музей»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C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Надёжность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B1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Сервис недоступен — тул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Redis: лимиты против спама и история диалогов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Нет Redis — работаем на памяти, не падаем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Амба отличается от аналогов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