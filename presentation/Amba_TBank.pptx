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media/image13.svg" ContentType="image/svg+xml"/>
  <Override PartName="/ppt/media/image2.svg" ContentType="image/svg+xml"/>
  <Override PartName="/ppt/media/image4.svg" ContentType="image/svg+xml"/>
  <Override PartName="/ppt/notesMasters/notesMaster1.xml" ContentType="application/vnd.openxmlformats-officedocument.presentationml.notesMaster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>
  <p:sldMasterIdLst>
    <p:sldMasterId id="2147483648" r:id="rId1"/>
  </p:sldMasterIdLst>
  <p:notesMasterIdLst>
    <p:notesMasterId r:id="rId85"/>
  </p:notesMasterIdLst>
  <p:handoutMasterIdLst>
    <p:handoutMasterId r:id="rId86"/>
  </p:handoutMasterIdLst>
  <p:sldIdLst>
    <p:sldId id="2147377428" r:id="rId14"/>
    <p:sldId id="2147377217" r:id="rId25"/>
    <p:sldId id="2147377171" r:id="rId65"/>
    <p:sldId id="808" r:id="rId54"/>
    <p:sldId id="771" r:id="rId34"/>
    <p:sldId id="2147377169" r:id="rId64"/>
    <p:sldId id="2147377261" r:id="rId27"/>
    <p:sldId id="774" r:id="rId33"/>
    <p:sldId id="761" r:id="rId22"/>
    <p:sldId id="2147377174" r:id="rId68"/>
    <p:sldId id="778" r:id="rId36"/>
    <p:sldId id="2147377427" r:id="rId83"/>
  </p:sldIdLst>
  <p:sldSz cx="19799300" cy="11160125"/>
  <p:notesSz cx="6858000" cy="9144000"/>
  <p:embeddedFontLst>
    <p:embeddedFont>
      <p:font typeface="T-Sans" pitchFamily="2" charset="0"/>
      <p:regular r:id="rId87"/>
      <p:bold r:id="rId88"/>
    </p:embeddedFont>
    <p:embeddedFont>
      <p:font typeface="T-Sans Medium" pitchFamily="2" charset="0"/>
      <p:regular r:id="rId89"/>
    </p:embeddedFont>
    <p:embeddedFont>
      <p:font typeface="Tinkoff Sans" panose="02000506050000020004" pitchFamily="2" charset="0"/>
      <p:regular r:id="rId90"/>
      <p:bold r:id="rId91"/>
    </p:embeddedFont>
  </p:embeddedFontLst>
  <p:defaultTextStyle>
    <a:defPPr marL="0" marR="0" indent="0" algn="l" defTabSz="90006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773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450029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773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Tinkoff Sans"/>
        <a:ea typeface="Tinkoff Sans"/>
        <a:cs typeface="Tinkoff Sans"/>
        <a:sym typeface="Tinkoff Sans"/>
      </a:defRPr>
    </a:lvl1pPr>
    <a:lvl2pPr marL="0" marR="0" indent="450029" algn="l" defTabSz="450029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773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Tinkoff Sans"/>
        <a:ea typeface="Tinkoff Sans"/>
        <a:cs typeface="Tinkoff Sans"/>
        <a:sym typeface="Tinkoff Sans"/>
      </a:defRPr>
    </a:lvl2pPr>
    <a:lvl3pPr marL="0" marR="0" indent="900060" algn="l" defTabSz="450029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773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Tinkoff Sans"/>
        <a:ea typeface="Tinkoff Sans"/>
        <a:cs typeface="Tinkoff Sans"/>
        <a:sym typeface="Tinkoff Sans"/>
      </a:defRPr>
    </a:lvl3pPr>
    <a:lvl4pPr marL="0" marR="0" indent="1350086" algn="l" defTabSz="450029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773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Tinkoff Sans"/>
        <a:ea typeface="Tinkoff Sans"/>
        <a:cs typeface="Tinkoff Sans"/>
        <a:sym typeface="Tinkoff Sans"/>
      </a:defRPr>
    </a:lvl4pPr>
    <a:lvl5pPr marL="0" marR="0" indent="1800120" algn="l" defTabSz="450029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773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Tinkoff Sans"/>
        <a:ea typeface="Tinkoff Sans"/>
        <a:cs typeface="Tinkoff Sans"/>
        <a:sym typeface="Tinkoff Sans"/>
      </a:defRPr>
    </a:lvl5pPr>
    <a:lvl6pPr marL="0" marR="0" indent="2250146" algn="l" defTabSz="450029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773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Tinkoff Sans"/>
        <a:ea typeface="Tinkoff Sans"/>
        <a:cs typeface="Tinkoff Sans"/>
        <a:sym typeface="Tinkoff Sans"/>
      </a:defRPr>
    </a:lvl6pPr>
    <a:lvl7pPr marL="0" marR="0" indent="2700177" algn="l" defTabSz="450029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773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Tinkoff Sans"/>
        <a:ea typeface="Tinkoff Sans"/>
        <a:cs typeface="Tinkoff Sans"/>
        <a:sym typeface="Tinkoff Sans"/>
      </a:defRPr>
    </a:lvl7pPr>
    <a:lvl8pPr marL="0" marR="0" indent="3150206" algn="l" defTabSz="450029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773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Tinkoff Sans"/>
        <a:ea typeface="Tinkoff Sans"/>
        <a:cs typeface="Tinkoff Sans"/>
        <a:sym typeface="Tinkoff Sans"/>
      </a:defRPr>
    </a:lvl8pPr>
    <a:lvl9pPr marL="0" marR="0" indent="3600237" algn="l" defTabSz="450029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773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Tinkoff Sans"/>
        <a:ea typeface="Tinkoff Sans"/>
        <a:cs typeface="Tinkoff Sans"/>
        <a:sym typeface="Tinkoff Sans"/>
      </a:defRPr>
    </a:lvl9pPr>
  </p:defaultTextStyle>
  <p:extLst>
    <p:ext uri="{521415D9-36F7-43E2-AB2F-B90AF26B5E84}">
      <p14:sectionLst xmlns:p14="http://schemas.microsoft.com/office/powerpoint/2010/main">
        <p14:section name="ВАЖНО!!! Как пользовтаься шаблоном?" id="{0E16339E-237F-0148-B0B0-4DDEDCDA4132}">
          <p14:sldIdLst>
            <p14:sldId id="2147377200"/>
            <p14:sldId id="2147377212"/>
            <p14:sldId id="2147377201"/>
            <p14:sldId id="2147377202"/>
            <p14:sldId id="2147377262"/>
            <p14:sldId id="2147377213"/>
            <p14:sldId id="2147377214"/>
            <p14:sldId id="2147377408"/>
          </p14:sldIdLst>
        </p14:section>
        <p14:section name="Библиотека 2Dи 3D иллюстраций/Иконок" id="{51DFFC75-6FF6-AC47-AAB9-9EBF00776929}">
          <p14:sldIdLst>
            <p14:sldId id="2147377210"/>
            <p14:sldId id="2147377211"/>
            <p14:sldId id="2147377215"/>
          </p14:sldIdLst>
        </p14:section>
        <p14:section name="Титульные слайды" id="{1A2CE64B-8A8D-9341-9493-15AD55DBE17E}">
          <p14:sldIdLst>
            <p14:sldId id="747"/>
            <p14:sldId id="2147377428"/>
            <p14:sldId id="2147377216"/>
          </p14:sldIdLst>
        </p14:section>
        <p14:section name="Содержание" id="{A0F0AB5E-C3C1-0547-9DD6-2DD5C1FE8EF7}">
          <p14:sldIdLst>
            <p14:sldId id="752"/>
          </p14:sldIdLst>
        </p14:section>
        <p14:section name="Слайд разделитель тем" id="{0AE627CF-1CE6-924D-AE38-93BA3DDFC4E3}">
          <p14:sldIdLst>
            <p14:sldId id="754"/>
            <p14:sldId id="751"/>
            <p14:sldId id="2147377412"/>
            <p14:sldId id="2147377271"/>
          </p14:sldIdLst>
        </p14:section>
        <p14:section name="Слайд-отбивка, циатата, ключевой вывод/фактоид" id="{94E9EB68-39EF-F54A-AB2A-02F0A8B342A6}">
          <p14:sldIdLst>
            <p14:sldId id="756"/>
            <p14:sldId id="761"/>
          </p14:sldIdLst>
        </p14:section>
        <p14:section name="Слайды наполнители/Текст" id="{AAC21082-8BF7-E34B-9E25-3EF50ACF95F1}">
          <p14:sldIdLst>
            <p14:sldId id="2147377263"/>
            <p14:sldId id="764"/>
            <p14:sldId id="2147377217"/>
            <p14:sldId id="765"/>
            <p14:sldId id="2147377261"/>
            <p14:sldId id="768"/>
            <p14:sldId id="2147377267"/>
            <p14:sldId id="770"/>
            <p14:sldId id="2147377419"/>
            <p14:sldId id="2147377420"/>
            <p14:sldId id="774"/>
            <p14:sldId id="771"/>
          </p14:sldIdLst>
        </p14:section>
        <p14:section name="Слайды О спикере/Контакты" id="{D54C36DA-9F9E-AB4B-B77E-3DF56173D731}">
          <p14:sldIdLst>
            <p14:sldId id="776"/>
            <p14:sldId id="778"/>
          </p14:sldIdLst>
        </p14:section>
        <p14:section name="Слайды /Текст+Изображение/3д/иллюстрация" id="{C46A06CE-C523-2046-897A-802C8D9FFBDA}">
          <p14:sldIdLst>
            <p14:sldId id="781"/>
            <p14:sldId id="783"/>
            <p14:sldId id="784"/>
            <p14:sldId id="2147377421"/>
            <p14:sldId id="787"/>
            <p14:sldId id="789"/>
            <p14:sldId id="790"/>
            <p14:sldId id="793"/>
            <p14:sldId id="794"/>
            <p14:sldId id="796"/>
            <p14:sldId id="797"/>
            <p14:sldId id="798"/>
            <p14:sldId id="799"/>
          </p14:sldIdLst>
        </p14:section>
        <p14:section name="Слайды с мокапами" id="{C788C13E-466E-BA46-B308-01B4D0C69581}">
          <p14:sldIdLst>
            <p14:sldId id="2147377416"/>
            <p14:sldId id="2147377418"/>
            <p14:sldId id="2147377266"/>
            <p14:sldId id="2147377417"/>
            <p14:sldId id="808"/>
            <p14:sldId id="2147377415"/>
            <p14:sldId id="807"/>
          </p14:sldIdLst>
        </p14:section>
        <p14:section name="Слайды с графиками" id="{38064241-0BA0-9D4A-A2B5-B826C5DEB8BA}">
          <p14:sldIdLst>
            <p14:sldId id="810"/>
            <p14:sldId id="2147377162"/>
            <p14:sldId id="2147377199"/>
            <p14:sldId id="2147377163"/>
            <p14:sldId id="2147377424"/>
            <p14:sldId id="2147377167"/>
            <p14:sldId id="2147377168"/>
          </p14:sldIdLst>
        </p14:section>
        <p14:section name="Слайды с таблицами" id="{6AB4839B-B6AE-7446-B880-037AEBCBC1F6}">
          <p14:sldIdLst>
            <p14:sldId id="2147377169"/>
            <p14:sldId id="2147377171"/>
          </p14:sldIdLst>
        </p14:section>
        <p14:section name="Слайды с прогресс баром" id="{CA9118DE-A53F-E544-9DE6-0FA0EAD83900}">
          <p14:sldIdLst>
            <p14:sldId id="2147377172"/>
            <p14:sldId id="2147377173"/>
          </p14:sldIdLst>
        </p14:section>
        <p14:section name="Слайды с командой/отделом" id="{AC83F3A3-D46E-3E4A-8A91-76A9388703F3}">
          <p14:sldIdLst>
            <p14:sldId id="2147377174"/>
          </p14:sldIdLst>
        </p14:section>
        <p14:section name="Слайды с инфографикой/схемами, roadmap, воронки, пирамиды" id="{6A885FB0-B1C6-3A46-81BC-B9A906CE248F}">
          <p14:sldIdLst>
            <p14:sldId id="2147377181"/>
            <p14:sldId id="2147377182"/>
            <p14:sldId id="2147377183"/>
            <p14:sldId id="2147377184"/>
            <p14:sldId id="2147377186"/>
            <p14:sldId id="2147377187"/>
            <p14:sldId id="2147377188"/>
            <p14:sldId id="2147377189"/>
            <p14:sldId id="2147377190"/>
            <p14:sldId id="2147377191"/>
            <p14:sldId id="2147377269"/>
            <p14:sldId id="2147377192"/>
            <p14:sldId id="2147377193"/>
          </p14:sldIdLst>
        </p14:section>
        <p14:section name="Слайд с QR кодом" id="{14093536-FB84-5748-83FC-4474707A736E}">
          <p14:sldIdLst>
            <p14:sldId id="2147377176"/>
          </p14:sldIdLst>
        </p14:section>
        <p14:section name="Завершающий слайд" id="{629D2865-0EDD-ED4A-B2F7-13BC98080177}">
          <p14:sldIdLst>
            <p14:sldId id="2147377427"/>
            <p14:sldId id="779"/>
          </p14:sldIdLst>
        </p14:section>
      </p14:sectionLst>
    </p:ext>
    <p:ext uri="{EFAFB233-063F-42B5-8137-9DF3F51BA10A}">
      <p15:sldGuideLst xmlns:p15="http://schemas.microsoft.com/office/powerpoint/2012/main">
        <p15:guide id="1" pos="861" userDrawn="1">
          <p15:clr>
            <a:srgbClr val="A4A3A4"/>
          </p15:clr>
        </p15:guide>
        <p15:guide id="2" orient="horz" pos="861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icrosoft Office User" initials="MOU" lastIdx="2" clrIdx="0">
    <p:extLst>
      <p:ext uri="{19B8F6BF-5375-455C-9EA6-DF929625EA0E}">
        <p15:presenceInfo xmlns:p15="http://schemas.microsoft.com/office/powerpoint/2012/main" userId="Microsoft Office User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E1D5"/>
    <a:srgbClr val="E6F3D4"/>
    <a:srgbClr val="FA9174"/>
    <a:srgbClr val="FFBFA3"/>
    <a:srgbClr val="F5F5F6"/>
    <a:srgbClr val="D2D5DB"/>
    <a:srgbClr val="D8DADD"/>
    <a:srgbClr val="B5B1EF"/>
    <a:srgbClr val="FFD9C9"/>
    <a:srgbClr val="E9F5D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>
          <a:latin typeface="Tinkoff Sans"/>
          <a:ea typeface="Tinkoff Sans"/>
          <a:cs typeface="Tinkoff Sans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EEACB"/>
          </a:solidFill>
        </a:fill>
      </a:tcStyle>
    </a:wholeTbl>
    <a:band2H>
      <a:tcTxStyle/>
      <a:tcStyle>
        <a:tcBdr/>
        <a:fill>
          <a:solidFill>
            <a:srgbClr val="FEF5E7"/>
          </a:solidFill>
        </a:fill>
      </a:tcStyle>
    </a:band2H>
    <a:firstCol>
      <a:tcTxStyle b="on" i="off">
        <a:font>
          <a:latin typeface="Tinkoff Sans"/>
          <a:ea typeface="Tinkoff Sans"/>
          <a:cs typeface="Tinkoff San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>
          <a:latin typeface="Tinkoff Sans"/>
          <a:ea typeface="Tinkoff Sans"/>
          <a:cs typeface="Tinkoff San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>
          <a:latin typeface="Tinkoff Sans"/>
          <a:ea typeface="Tinkoff Sans"/>
          <a:cs typeface="Tinkoff San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>
          <a:latin typeface="Tinkoff Sans"/>
          <a:ea typeface="Tinkoff Sans"/>
          <a:cs typeface="Tinkoff Sans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0D0D0"/>
          </a:solidFill>
        </a:fill>
      </a:tcStyle>
    </a:wholeTbl>
    <a:band2H>
      <a:tcTxStyle/>
      <a:tcStyle>
        <a:tcBdr/>
        <a:fill>
          <a:solidFill>
            <a:srgbClr val="E9E9E9"/>
          </a:solidFill>
        </a:fill>
      </a:tcStyle>
    </a:band2H>
    <a:firstCol>
      <a:tcTxStyle b="on" i="off">
        <a:font>
          <a:latin typeface="Tinkoff Sans"/>
          <a:ea typeface="Tinkoff Sans"/>
          <a:cs typeface="Tinkoff San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>
          <a:latin typeface="Tinkoff Sans"/>
          <a:ea typeface="Tinkoff Sans"/>
          <a:cs typeface="Tinkoff San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>
          <a:latin typeface="Tinkoff Sans"/>
          <a:ea typeface="Tinkoff Sans"/>
          <a:cs typeface="Tinkoff San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>
          <a:latin typeface="Tinkoff Sans"/>
          <a:ea typeface="Tinkoff Sans"/>
          <a:cs typeface="Tinkoff Sans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1CCFF"/>
          </a:solidFill>
        </a:fill>
      </a:tcStyle>
    </a:wholeTbl>
    <a:band2H>
      <a:tcTxStyle/>
      <a:tcStyle>
        <a:tcBdr/>
        <a:fill>
          <a:solidFill>
            <a:srgbClr val="EAE7FF"/>
          </a:solidFill>
        </a:fill>
      </a:tcStyle>
    </a:band2H>
    <a:firstCol>
      <a:tcTxStyle b="on" i="off">
        <a:font>
          <a:latin typeface="Tinkoff Sans"/>
          <a:ea typeface="Tinkoff Sans"/>
          <a:cs typeface="Tinkoff San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>
          <a:latin typeface="Tinkoff Sans"/>
          <a:ea typeface="Tinkoff Sans"/>
          <a:cs typeface="Tinkoff San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>
          <a:latin typeface="Tinkoff Sans"/>
          <a:ea typeface="Tinkoff Sans"/>
          <a:cs typeface="Tinkoff San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>
          <a:latin typeface="Tinkoff Sans"/>
          <a:ea typeface="Tinkoff Sans"/>
          <a:cs typeface="Tinkoff Sans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2">
              <a:lumOff val="3235"/>
            </a:schemeClr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>
          <a:latin typeface="Tinkoff Sans"/>
          <a:ea typeface="Tinkoff Sans"/>
          <a:cs typeface="Tinkoff Sans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>
          <a:latin typeface="Tinkoff Sans"/>
          <a:ea typeface="Tinkoff Sans"/>
          <a:cs typeface="Tinkoff Sans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>
          <a:latin typeface="Tinkoff Sans"/>
          <a:ea typeface="Tinkoff Sans"/>
          <a:cs typeface="Tinkoff Sans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>
          <a:latin typeface="Tinkoff Sans"/>
          <a:ea typeface="Tinkoff Sans"/>
          <a:cs typeface="Tinkoff Sans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/>
      <a:tcStyle>
        <a:tcBdr/>
        <a:fill>
          <a:solidFill>
            <a:schemeClr val="accent2">
              <a:lumOff val="3235"/>
            </a:schemeClr>
          </a:solidFill>
        </a:fill>
      </a:tcStyle>
    </a:band2H>
    <a:firstCol>
      <a:tcTxStyle b="on" i="off">
        <a:font>
          <a:latin typeface="Tinkoff Sans"/>
          <a:ea typeface="Tinkoff Sans"/>
          <a:cs typeface="Tinkoff San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>
          <a:latin typeface="Tinkoff Sans"/>
          <a:ea typeface="Tinkoff Sans"/>
          <a:cs typeface="Tinkoff San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>
          <a:latin typeface="Tinkoff Sans"/>
          <a:ea typeface="Tinkoff Sans"/>
          <a:cs typeface="Tinkoff San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>
          <a:latin typeface="Tinkoff Sans"/>
          <a:ea typeface="Tinkoff Sans"/>
          <a:cs typeface="Tinkoff Sans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>
          <a:latin typeface="Tinkoff Sans"/>
          <a:ea typeface="Tinkoff Sans"/>
          <a:cs typeface="Tinkoff Sans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>
          <a:latin typeface="Tinkoff Sans"/>
          <a:ea typeface="Tinkoff Sans"/>
          <a:cs typeface="Tinkoff Sans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>
          <a:latin typeface="Tinkoff Sans"/>
          <a:ea typeface="Tinkoff Sans"/>
          <a:cs typeface="Tinkoff Sans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  <a:tblStyle styleId="{5940675A-B579-460E-94D1-54222C63F5DA}" styleName="Нет стиля, сетка таблиц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423"/>
    <p:restoredTop sz="93342"/>
  </p:normalViewPr>
  <p:slideViewPr>
    <p:cSldViewPr snapToGrid="0" snapToObjects="1" showGuides="1">
      <p:cViewPr varScale="1">
        <p:scale>
          <a:sx n="75" d="100"/>
          <a:sy n="75" d="100"/>
        </p:scale>
        <p:origin x="720" y="168"/>
      </p:cViewPr>
      <p:guideLst>
        <p:guide pos="861"/>
        <p:guide orient="horz" pos="86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" d="1"/>
        <a:sy n="1" d="1"/>
      </p:scale>
      <p:origin x="0" y="0"/>
    </p:cViewPr>
  </p:sorterViewPr>
  <p:notesViewPr>
    <p:cSldViewPr snapToGrid="0" snapToObjects="1" showGuides="1">
      <p:cViewPr varScale="1">
        <p:scale>
          <a:sx n="99" d="100"/>
          <a:sy n="99" d="100"/>
        </p:scale>
        <p:origin x="4272" y="184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4" Type="http://schemas.openxmlformats.org/officeDocument/2006/relationships/slide" Target="slides/slide1.xml"/><Relationship Id="rId22" Type="http://schemas.openxmlformats.org/officeDocument/2006/relationships/slide" Target="slides/slide9.xml"/><Relationship Id="rId25" Type="http://schemas.openxmlformats.org/officeDocument/2006/relationships/slide" Target="slides/slide2.xml"/><Relationship Id="rId27" Type="http://schemas.openxmlformats.org/officeDocument/2006/relationships/slide" Target="slides/slide7.xml"/><Relationship Id="rId33" Type="http://schemas.openxmlformats.org/officeDocument/2006/relationships/slide" Target="slides/slide8.xml"/><Relationship Id="rId34" Type="http://schemas.openxmlformats.org/officeDocument/2006/relationships/slide" Target="slides/slide5.xml"/><Relationship Id="rId36" Type="http://schemas.openxmlformats.org/officeDocument/2006/relationships/slide" Target="slides/slide11.xml"/><Relationship Id="rId54" Type="http://schemas.openxmlformats.org/officeDocument/2006/relationships/slide" Target="slides/slide4.xml"/><Relationship Id="rId64" Type="http://schemas.openxmlformats.org/officeDocument/2006/relationships/slide" Target="slides/slide6.xml"/><Relationship Id="rId65" Type="http://schemas.openxmlformats.org/officeDocument/2006/relationships/slide" Target="slides/slide3.xml"/><Relationship Id="rId68" Type="http://schemas.openxmlformats.org/officeDocument/2006/relationships/slide" Target="slides/slide10.xml"/><Relationship Id="rId83" Type="http://schemas.openxmlformats.org/officeDocument/2006/relationships/slide" Target="slides/slide12.xml"/><Relationship Id="rId85" Type="http://schemas.openxmlformats.org/officeDocument/2006/relationships/notesMaster" Target="notesMasters/notesMaster1.xml"/><Relationship Id="rId86" Type="http://schemas.openxmlformats.org/officeDocument/2006/relationships/handoutMaster" Target="handoutMasters/handoutMaster1.xml"/><Relationship Id="rId87" Type="http://schemas.openxmlformats.org/officeDocument/2006/relationships/font" Target="fonts/font1.fntdata"/><Relationship Id="rId88" Type="http://schemas.openxmlformats.org/officeDocument/2006/relationships/font" Target="fonts/font2.fntdata"/><Relationship Id="rId89" Type="http://schemas.openxmlformats.org/officeDocument/2006/relationships/font" Target="fonts/font3.fntdata"/><Relationship Id="rId90" Type="http://schemas.openxmlformats.org/officeDocument/2006/relationships/font" Target="fonts/font4.fntdata"/><Relationship Id="rId91" Type="http://schemas.openxmlformats.org/officeDocument/2006/relationships/font" Target="fonts/font5.fntdata"/><Relationship Id="rId92" Type="http://schemas.openxmlformats.org/officeDocument/2006/relationships/commentAuthors" Target="commentAuthors.xml"/><Relationship Id="rId93" Type="http://schemas.openxmlformats.org/officeDocument/2006/relationships/presProps" Target="presProps.xml"/><Relationship Id="rId94" Type="http://schemas.openxmlformats.org/officeDocument/2006/relationships/viewProps" Target="viewProps.xml"/><Relationship Id="rId95" Type="http://schemas.openxmlformats.org/officeDocument/2006/relationships/theme" Target="theme/theme1.xml"/><Relationship Id="rId96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583D989E-EF15-6F48-AA4B-731FAEF1185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EC4CF683-EEF1-4645-87EB-D55DCC49532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FB206CE-BBC7-5648-9AD8-918B797FE8E8}" type="datetimeFigureOut">
              <a:rPr lang="ru-RU" smtClean="0">
                <a:latin typeface="T-Sans" pitchFamily="2" charset="0"/>
                <a:ea typeface="T-Sans" pitchFamily="2" charset="0"/>
              </a:rPr>
              <a:t>14.01.2026</a:t>
            </a:fld>
            <a:endParaRPr lang="ru-RU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789581FD-2C33-5D4D-8228-B60CABE32AF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B57F81C-FF75-FE4D-AA1C-3BDE570DF5A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2EE2138-0C2A-DB4B-942A-F7E05EC66FCB}" type="slidenum">
              <a:rPr lang="ru-RU" smtClean="0">
                <a:latin typeface="T-Sans" pitchFamily="2" charset="0"/>
                <a:ea typeface="T-Sans" pitchFamily="2" charset="0"/>
              </a:rPr>
              <a:t>‹#›</a:t>
            </a:fld>
            <a:endParaRPr lang="ru-RU" dirty="0">
              <a:latin typeface="T-Sans" pitchFamily="2" charset="0"/>
              <a:ea typeface="T-San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6371690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1" name="Shape 861"/>
          <p:cNvSpPr>
            <a:spLocks noGrp="1" noRot="1" noChangeAspect="1"/>
          </p:cNvSpPr>
          <p:nvPr>
            <p:ph type="sldImg"/>
          </p:nvPr>
        </p:nvSpPr>
        <p:spPr>
          <a:xfrm>
            <a:off x="387350" y="685800"/>
            <a:ext cx="6083300" cy="3429000"/>
          </a:xfrm>
          <a:prstGeom prst="rect">
            <a:avLst/>
          </a:prstGeom>
        </p:spPr>
        <p:txBody>
          <a:bodyPr/>
          <a:lstStyle/>
          <a:p>
            <a:endParaRPr dirty="0"/>
          </a:p>
        </p:txBody>
      </p:sp>
      <p:sp>
        <p:nvSpPr>
          <p:cNvPr id="862" name="Shape 862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latinLnBrk="0">
      <a:defRPr sz="1378" b="0" i="0">
        <a:solidFill>
          <a:schemeClr val="tx1"/>
        </a:solidFill>
        <a:latin typeface="T-Sans" pitchFamily="2" charset="0"/>
        <a:ea typeface="+mj-ea"/>
        <a:cs typeface="+mj-cs"/>
        <a:sym typeface="Calibri"/>
      </a:defRPr>
    </a:lvl1pPr>
    <a:lvl2pPr indent="225015" latinLnBrk="0">
      <a:defRPr sz="1181">
        <a:latin typeface="+mj-lt"/>
        <a:ea typeface="+mj-ea"/>
        <a:cs typeface="+mj-cs"/>
        <a:sym typeface="Calibri"/>
      </a:defRPr>
    </a:lvl2pPr>
    <a:lvl3pPr indent="450029" latinLnBrk="0">
      <a:defRPr sz="1181">
        <a:latin typeface="+mj-lt"/>
        <a:ea typeface="+mj-ea"/>
        <a:cs typeface="+mj-cs"/>
        <a:sym typeface="Calibri"/>
      </a:defRPr>
    </a:lvl3pPr>
    <a:lvl4pPr indent="675045" latinLnBrk="0">
      <a:defRPr sz="1181">
        <a:latin typeface="+mj-lt"/>
        <a:ea typeface="+mj-ea"/>
        <a:cs typeface="+mj-cs"/>
        <a:sym typeface="Calibri"/>
      </a:defRPr>
    </a:lvl4pPr>
    <a:lvl5pPr indent="900060" latinLnBrk="0">
      <a:defRPr sz="1181">
        <a:latin typeface="+mj-lt"/>
        <a:ea typeface="+mj-ea"/>
        <a:cs typeface="+mj-cs"/>
        <a:sym typeface="Calibri"/>
      </a:defRPr>
    </a:lvl5pPr>
    <a:lvl6pPr indent="1125075" latinLnBrk="0">
      <a:defRPr sz="1181">
        <a:latin typeface="+mj-lt"/>
        <a:ea typeface="+mj-ea"/>
        <a:cs typeface="+mj-cs"/>
        <a:sym typeface="Calibri"/>
      </a:defRPr>
    </a:lvl6pPr>
    <a:lvl7pPr indent="1350086" latinLnBrk="0">
      <a:defRPr sz="1181">
        <a:latin typeface="+mj-lt"/>
        <a:ea typeface="+mj-ea"/>
        <a:cs typeface="+mj-cs"/>
        <a:sym typeface="Calibri"/>
      </a:defRPr>
    </a:lvl7pPr>
    <a:lvl8pPr indent="1575102" latinLnBrk="0">
      <a:defRPr sz="1181">
        <a:latin typeface="+mj-lt"/>
        <a:ea typeface="+mj-ea"/>
        <a:cs typeface="+mj-cs"/>
        <a:sym typeface="Calibri"/>
      </a:defRPr>
    </a:lvl8pPr>
    <a:lvl9pPr indent="1800120" latinLnBrk="0">
      <a:defRPr sz="1181">
        <a:latin typeface="+mj-lt"/>
        <a:ea typeface="+mj-ea"/>
        <a:cs typeface="+mj-cs"/>
        <a:sym typeface="Calibri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r>
              <a:t>[Титул — 0:20] Здравствуйте! Мы команда «Амба». Амба — это амурский тигрёнок и наш AI-гид по Приморскому краю: вы пишете поездку обычными словами, а агент собирает план и проверяет, что он сходится с реальностью.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[Как повторить — 0:30] Повторить можно за пять минут: установить зависимости, вписать ключ, запустить, прогнать тесты и замеры. Деплой — одна команда, приложение собирается в Docker. Новый тул — это файл с описанием, схемой и функцией. По QR-кодам — сайт команды и сама Амба, её можно попробовать прямо сейчас.</a:t>
            </a:r>
          </a:p>
        </p:txBody>
      </p:sp>
    </p:spTree>
    <p:extLst>
      <p:ext uri="{BB962C8B-B14F-4D97-AF65-F5344CB8AC3E}">
        <p14:creationId xmlns:p14="http://schemas.microsoft.com/office/powerpoint/2010/main" val="295248506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r>
              <a:t>[Проблема — 0:50] Чтобы спланировать даже выходные, нужно открыть десяток сайтов: погода, расписания автобусов, часы работы музеев, заправки, жильё, кафе. Обычный чат-бот быстро выдаёт план, но не проверяет его — и ведёт в закрытый музей или на велосипед под ливень. А в Приморье цена ошибки выше: сопки, грунтовки, редкие рейсы. Наши пользователи — гости края, местные жители, которые ищут, куда поехать на выходные, и travel-сервисы, например банковские, где из плана можно сразу перейти к брони и оплате.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r>
              <a:t>[Приложение — 0:50] Вот как это выглядит. Человек пишет: «на три дня на машине в Хасанский район». Если чего-то не хватает, Амба коротко уточняет, например какую кухню вы любите. Дальше видно, что агент понял из запроса, статус проверки, дни таймлайном и маршрут на карте — по улицам, а не напрямик. Обеды — реальные кафе из OpenStreetMap, у каждого пункта ссылки. А если что-то не понравилось, план можно доработать прямо в чате: «подешевле», «убери музей».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r>
              <a:t>[Агентный цикл — 0:50] Это не один промпт, а агентный цикл. Сначала фильтр: всё, что не про Приморье, отклоняется без вызова модели. Если важного не хватает, агент задаёт один-два вопроса, а после плана с ним можно продолжить диалог. Дальше модель сама выбирает тулы, мы вызываем их параллельно и возвращаем данные, и так по кругу, пока данных не хватит. Готовый план проходит проверку; если есть противоречия, агент их исправляет. Цикл написан с нуля на FastAPI, модель — DeepSeek через OpenRouter.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r>
              <a:t>[Проверка и guardrails — 0:50] Главное правило задания — план должен сходиться. Проверку делает код, а не модель: для пешехода — не больше двадцати километров и до заката, для велосипеда — не в дождь, для автобуса — рейс реально ходит и вы успеваете на последний, для машины — по пути есть заправки. Плюс сроки, ночёвка, режим работы, погода. И Амба говорит только о Приморье: алгебру, Сочи и «забудь правила» вежливо отклоняет. От спама стоят лимиты запросов в Redis.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r>
              <a:t>[Замеры — 0:55] Замеряли три версии на одном наборе из 10 запросов: 7 поездок разным транспортом и 3 нецелевых. Качество — это верно ли выбраны тулы плюс доля пройденных проверок плана. Бейзлайн — короткий промпт и сырые ответы тулов. Вторая версия — сжатие контекста, фильтр и цикл исправлений. Третья — исправления, найденные эвалом, и модель DeepSeek. Качество выросло с 0.64 до 1.00, токенов стало почти втрое меньше, а запрос стоит меньше цента.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r>
              <a:t>[Выводы — 0:40] Что дали улучшения. Сжатие контекста срезало токены больше чем вдвое: геометрию маршрутов и почасовую погоду модели видеть не нужно. Доля планов, которые проходят все проверки, выросла с сорока трёх до ста процентов. И самое ценное: эвал нашёл три настоящих бага агента — обрезанный план, дни строкой и зацикливание на невыполнимом запросе. Все исправлены.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r>
              <a:t>[Команда — 0:30] Нас семеро: двое бэкенд-разработчиков отвечали за агента, тулы и деплой, два ML-инженера — за промпты, версии агента, эвал и интерфейс, QA — за тесты и guardrails, тимлид — за архитектуру, инженер по отладке — за поиск и разбор багов.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[Данные — 0:35] У агента десять тулов. Реальных источников пять: погода из Open-Meteo, маршруты по дорогам и тропам из OSRM, кафе и геокодер из OpenStreetMap, заправки из Overpass и справки из Википедии. Чего в открытом доступе нет — наличие бензина, свободные номера, расписания — подставляем из своих наборов данных. Если API лежит, тул не падает, а честно переходит на оценку.</a:t>
            </a:r>
          </a:p>
        </p:txBody>
      </p:sp>
    </p:spTree>
    <p:extLst>
      <p:ext uri="{BB962C8B-B14F-4D97-AF65-F5344CB8AC3E}">
        <p14:creationId xmlns:p14="http://schemas.microsoft.com/office/powerpoint/2010/main" val="191512560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[Сравнение — 0:35] Чат-боты понимают свободный текст, но ничего не проверяют. Агрегаторы продают билеты, но поездку не строят. Путеводители надёжны, но статичны. Амба соединяет всё: свободный запрос, полный план, проверку по реальным данным и ссылки, чтобы сразу всё оформить.</a:t>
            </a:r>
          </a:p>
        </p:txBody>
      </p:sp>
    </p:spTree>
    <p:extLst>
      <p:ext uri="{BB962C8B-B14F-4D97-AF65-F5344CB8AC3E}">
        <p14:creationId xmlns:p14="http://schemas.microsoft.com/office/powerpoint/2010/main" val="178582426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[Финал — 0:10] Спасибо! Готовы ответить на вопросы. Хорошей дороги!</a:t>
            </a:r>
          </a:p>
        </p:txBody>
      </p:sp>
    </p:spTree>
    <p:extLst>
      <p:ext uri="{BB962C8B-B14F-4D97-AF65-F5344CB8AC3E}">
        <p14:creationId xmlns:p14="http://schemas.microsoft.com/office/powerpoint/2010/main" val="300034470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3.png"/><Relationship Id="rId4" Type="http://schemas.openxmlformats.org/officeDocument/2006/relationships/image" Target="../media/image4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8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8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13.sv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14.pn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3.png"/><Relationship Id="rId4" Type="http://schemas.openxmlformats.org/officeDocument/2006/relationships/image" Target="../media/image4.svg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8.png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0.png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Обложка_1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">
            <a:extLst>
              <a:ext uri="{FF2B5EF4-FFF2-40B4-BE49-F238E27FC236}">
                <a16:creationId xmlns:a16="http://schemas.microsoft.com/office/drawing/2014/main" id="{5DF84A1A-3892-BEBC-E3CB-B413F84BF63F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272234" y="10409919"/>
            <a:ext cx="1068946" cy="246221"/>
          </a:xfrm>
          <a:prstGeom prst="rect">
            <a:avLst/>
          </a:prstGeom>
        </p:spPr>
        <p:txBody>
          <a:bodyPr anchor="ctr"/>
          <a:lstStyle>
            <a:lvl1pPr marL="0" indent="0" algn="r">
              <a:buFont typeface="Wingdings" pitchFamily="2" charset="2"/>
              <a:buNone/>
              <a:defRPr sz="1600" b="0" i="0"/>
            </a:lvl1pPr>
          </a:lstStyle>
          <a:p>
            <a:fld id="{9A07687F-D30E-1A4C-A0AB-5DD07EB6EB47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CA0F6A44-6D52-9D3E-2A26-DB5B259C8297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solidFill>
            <a:schemeClr val="accent1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1C125966-8232-9AC4-8683-EE4F730CAC7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1"/>
            <a:ext cx="5759176" cy="11160126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655D350B-6697-71DD-45DA-AAE4591C9ED3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8224688" y="1779477"/>
            <a:ext cx="4394057" cy="64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2630359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9" pos="5170" userDrawn="1">
          <p15:clr>
            <a:srgbClr val="FBAE40"/>
          </p15:clr>
        </p15:guide>
        <p15:guide id="24" orient="horz" pos="1111" userDrawn="1">
          <p15:clr>
            <a:srgbClr val="FBAE40"/>
          </p15:clr>
        </p15:guide>
        <p15:guide id="26" orient="horz" pos="1542" userDrawn="1">
          <p15:clr>
            <a:srgbClr val="FBAE40"/>
          </p15:clr>
        </p15:guide>
        <p15:guide id="30" orient="horz" pos="2653" userDrawn="1">
          <p15:clr>
            <a:srgbClr val="FBAE40"/>
          </p15:clr>
        </p15:guide>
        <p15:guide id="39" orient="horz" pos="4422" userDrawn="1">
          <p15:clr>
            <a:srgbClr val="FBAE40"/>
          </p15:clr>
        </p15:guide>
        <p15:guide id="43" orient="horz" pos="5533" userDrawn="1">
          <p15:clr>
            <a:srgbClr val="FBAE40"/>
          </p15:clr>
        </p15:guide>
        <p15:guide id="44" orient="horz" pos="5919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Обложка_3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5A8CCF61-34E1-A7FE-253D-38968BB9DED6}"/>
              </a:ext>
            </a:extLst>
          </p:cNvPr>
          <p:cNvSpPr/>
          <p:nvPr userDrawn="1"/>
        </p:nvSpPr>
        <p:spPr>
          <a:xfrm>
            <a:off x="611188" y="647699"/>
            <a:ext cx="18576925" cy="9864725"/>
          </a:xfrm>
          <a:prstGeom prst="roundRect">
            <a:avLst>
              <a:gd name="adj" fmla="val 5394"/>
            </a:avLst>
          </a:prstGeom>
          <a:gradFill>
            <a:gsLst>
              <a:gs pos="100000">
                <a:srgbClr val="E0E1E3"/>
              </a:gs>
              <a:gs pos="0">
                <a:srgbClr val="F3F3F5">
                  <a:alpha val="80477"/>
                </a:srgbClr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b="0" i="0" dirty="0">
              <a:solidFill>
                <a:srgbClr val="000000"/>
              </a:solidFill>
              <a:latin typeface="T-Sans" pitchFamily="2" charset="0"/>
              <a:ea typeface="T-Sans" pitchFamily="2" charset="0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CC189F2E-9007-1111-5F2A-7177336F666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510389" y="1510158"/>
            <a:ext cx="488571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8042758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Обложка_4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809E0DDE-5486-2C50-C638-7E159326B5C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11187" y="647699"/>
            <a:ext cx="18576925" cy="9864725"/>
          </a:xfrm>
          <a:prstGeom prst="roundRect">
            <a:avLst>
              <a:gd name="adj" fmla="val 5359"/>
            </a:avLst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24C97689-0B14-BAB4-075D-08F8243A700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1512104" y="1510158"/>
            <a:ext cx="4882285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6920278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Черная плашка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Скругленный прямоугольник 2">
            <a:extLst>
              <a:ext uri="{FF2B5EF4-FFF2-40B4-BE49-F238E27FC236}">
                <a16:creationId xmlns:a16="http://schemas.microsoft.com/office/drawing/2014/main" id="{542BA4A3-BD66-B6CA-B053-0172A84AC9E4}"/>
              </a:ext>
            </a:extLst>
          </p:cNvPr>
          <p:cNvSpPr/>
          <p:nvPr userDrawn="1"/>
        </p:nvSpPr>
        <p:spPr>
          <a:xfrm>
            <a:off x="611188" y="647700"/>
            <a:ext cx="18576925" cy="9864725"/>
          </a:xfrm>
          <a:prstGeom prst="roundRect">
            <a:avLst>
              <a:gd name="adj" fmla="val 6279"/>
            </a:avLst>
          </a:prstGeom>
          <a:solidFill>
            <a:schemeClr val="accent2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4" name="Номер слайда">
            <a:extLst>
              <a:ext uri="{FF2B5EF4-FFF2-40B4-BE49-F238E27FC236}">
                <a16:creationId xmlns:a16="http://schemas.microsoft.com/office/drawing/2014/main" id="{AC7EC11E-6AF4-DD27-3F92-218937F2CF61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054614418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pos="861" userDrawn="1">
          <p15:clr>
            <a:srgbClr val="FBAE40"/>
          </p15:clr>
        </p15:guide>
        <p15:guide id="2" pos="11611" userDrawn="1">
          <p15:clr>
            <a:srgbClr val="FBAE40"/>
          </p15:clr>
        </p15:guide>
        <p15:guide id="23" orient="horz" pos="861" userDrawn="1">
          <p15:clr>
            <a:srgbClr val="FBAE40"/>
          </p15:clr>
        </p15:guide>
        <p15:guide id="44" orient="horz" pos="6169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Желтая плашка с засветами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55AE23A0-AACE-ADD6-0628-A911DAE5691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11187" y="647699"/>
            <a:ext cx="18576925" cy="9864725"/>
          </a:xfrm>
          <a:prstGeom prst="roundRect">
            <a:avLst>
              <a:gd name="adj" fmla="val 5359"/>
            </a:avLst>
          </a:prstGeom>
        </p:spPr>
      </p:pic>
      <p:sp>
        <p:nvSpPr>
          <p:cNvPr id="3" name="Номер слайда">
            <a:extLst>
              <a:ext uri="{FF2B5EF4-FFF2-40B4-BE49-F238E27FC236}">
                <a16:creationId xmlns:a16="http://schemas.microsoft.com/office/drawing/2014/main" id="{AE3D09BE-CDCC-BEAE-26D7-66AC1CF209BA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526338071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pos="861" userDrawn="1">
          <p15:clr>
            <a:srgbClr val="FBAE40"/>
          </p15:clr>
        </p15:guide>
        <p15:guide id="2" pos="11611" userDrawn="1">
          <p15:clr>
            <a:srgbClr val="FBAE40"/>
          </p15:clr>
        </p15:guide>
        <p15:guide id="23" orient="horz" pos="861" userDrawn="1">
          <p15:clr>
            <a:srgbClr val="FBAE40"/>
          </p15:clr>
        </p15:guide>
        <p15:guide id="44" orient="horz" pos="6169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ерая плашка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Скругленный прямоугольник 2">
            <a:extLst>
              <a:ext uri="{FF2B5EF4-FFF2-40B4-BE49-F238E27FC236}">
                <a16:creationId xmlns:a16="http://schemas.microsoft.com/office/drawing/2014/main" id="{542BA4A3-BD66-B6CA-B053-0172A84AC9E4}"/>
              </a:ext>
            </a:extLst>
          </p:cNvPr>
          <p:cNvSpPr/>
          <p:nvPr userDrawn="1"/>
        </p:nvSpPr>
        <p:spPr>
          <a:xfrm>
            <a:off x="611188" y="647700"/>
            <a:ext cx="18576000" cy="9864725"/>
          </a:xfrm>
          <a:prstGeom prst="roundRect">
            <a:avLst>
              <a:gd name="adj" fmla="val 6279"/>
            </a:avLst>
          </a:prstGeom>
          <a:gradFill>
            <a:gsLst>
              <a:gs pos="0">
                <a:schemeClr val="accent4"/>
              </a:gs>
              <a:gs pos="100000">
                <a:schemeClr val="accent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4" name="Номер слайда">
            <a:extLst>
              <a:ext uri="{FF2B5EF4-FFF2-40B4-BE49-F238E27FC236}">
                <a16:creationId xmlns:a16="http://schemas.microsoft.com/office/drawing/2014/main" id="{2FBF9586-44EC-4E13-AED7-14C258C34AFE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414232538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pos="861" userDrawn="1">
          <p15:clr>
            <a:srgbClr val="FBAE40"/>
          </p15:clr>
        </p15:guide>
        <p15:guide id="2" pos="11611" userDrawn="1">
          <p15:clr>
            <a:srgbClr val="FBAE40"/>
          </p15:clr>
        </p15:guide>
        <p15:guide id="23" orient="horz" pos="861" userDrawn="1">
          <p15:clr>
            <a:srgbClr val="FBAE40"/>
          </p15:clr>
        </p15:guide>
        <p15:guide id="44" orient="horz" pos="6169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Черная плашка с засветами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4FB69617-8869-9649-F99C-69FDA9C1E24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17" b="217"/>
          <a:stretch/>
        </p:blipFill>
        <p:spPr>
          <a:xfrm>
            <a:off x="611187" y="647700"/>
            <a:ext cx="18576925" cy="9864724"/>
          </a:xfrm>
          <a:prstGeom prst="roundRect">
            <a:avLst>
              <a:gd name="adj" fmla="val 6471"/>
            </a:avLst>
          </a:prstGeom>
        </p:spPr>
      </p:pic>
      <p:sp>
        <p:nvSpPr>
          <p:cNvPr id="3" name="Номер слайда">
            <a:extLst>
              <a:ext uri="{FF2B5EF4-FFF2-40B4-BE49-F238E27FC236}">
                <a16:creationId xmlns:a16="http://schemas.microsoft.com/office/drawing/2014/main" id="{11C91763-0915-F4BA-6A23-BA87B1885BC4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346376957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pos="861">
          <p15:clr>
            <a:srgbClr val="FBAE40"/>
          </p15:clr>
        </p15:guide>
        <p15:guide id="2" pos="11611">
          <p15:clr>
            <a:srgbClr val="FBAE40"/>
          </p15:clr>
        </p15:guide>
        <p15:guide id="23" orient="horz" pos="861">
          <p15:clr>
            <a:srgbClr val="FBAE40"/>
          </p15:clr>
        </p15:guide>
        <p15:guide id="24" orient="horz" pos="6169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н белый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Номер слайда">
            <a:extLst>
              <a:ext uri="{FF2B5EF4-FFF2-40B4-BE49-F238E27FC236}">
                <a16:creationId xmlns:a16="http://schemas.microsoft.com/office/drawing/2014/main" id="{D00FDC96-810D-CFD9-6E58-04A3A2505CD7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26854059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н серый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707CB543-CBDA-C4F6-DBB7-0AA62B3B8134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2" name="Номер слайда">
            <a:extLst>
              <a:ext uri="{FF2B5EF4-FFF2-40B4-BE49-F238E27FC236}">
                <a16:creationId xmlns:a16="http://schemas.microsoft.com/office/drawing/2014/main" id="{43B8BAC9-FAA7-A835-C391-1C05B6AFA15D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430051696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н желтый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CA0F6A44-6D52-9D3E-2A26-DB5B259C8297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solidFill>
            <a:schemeClr val="accent1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4" name="Номер слайда">
            <a:extLst>
              <a:ext uri="{FF2B5EF4-FFF2-40B4-BE49-F238E27FC236}">
                <a16:creationId xmlns:a16="http://schemas.microsoft.com/office/drawing/2014/main" id="{8B3D8D3C-755C-BEF7-93C5-FD572759185B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453880278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pos="1224" userDrawn="1">
          <p15:clr>
            <a:srgbClr val="FBAE40"/>
          </p15:clr>
        </p15:guide>
        <p15:guide id="2" pos="1383" userDrawn="1">
          <p15:clr>
            <a:srgbClr val="FBAE40"/>
          </p15:clr>
        </p15:guide>
        <p15:guide id="3" pos="2199" userDrawn="1">
          <p15:clr>
            <a:srgbClr val="FBAE40"/>
          </p15:clr>
        </p15:guide>
        <p15:guide id="4" pos="2358" userDrawn="1">
          <p15:clr>
            <a:srgbClr val="FBAE40"/>
          </p15:clr>
        </p15:guide>
        <p15:guide id="5" pos="3197" userDrawn="1">
          <p15:clr>
            <a:srgbClr val="FBAE40"/>
          </p15:clr>
        </p15:guide>
        <p15:guide id="6" pos="3356" userDrawn="1">
          <p15:clr>
            <a:srgbClr val="FBAE40"/>
          </p15:clr>
        </p15:guide>
        <p15:guide id="7" pos="4172" userDrawn="1">
          <p15:clr>
            <a:srgbClr val="FBAE40"/>
          </p15:clr>
        </p15:guide>
        <p15:guide id="8" pos="4331" userDrawn="1">
          <p15:clr>
            <a:srgbClr val="FBAE40"/>
          </p15:clr>
        </p15:guide>
        <p15:guide id="9" pos="5170" userDrawn="1">
          <p15:clr>
            <a:srgbClr val="FBAE40"/>
          </p15:clr>
        </p15:guide>
        <p15:guide id="10" pos="5329" userDrawn="1">
          <p15:clr>
            <a:srgbClr val="FBAE40"/>
          </p15:clr>
        </p15:guide>
        <p15:guide id="11" pos="6168" userDrawn="1">
          <p15:clr>
            <a:srgbClr val="FBAE40"/>
          </p15:clr>
        </p15:guide>
        <p15:guide id="12" pos="6327" userDrawn="1">
          <p15:clr>
            <a:srgbClr val="FBAE40"/>
          </p15:clr>
        </p15:guide>
        <p15:guide id="13" pos="7143" userDrawn="1">
          <p15:clr>
            <a:srgbClr val="FBAE40"/>
          </p15:clr>
        </p15:guide>
        <p15:guide id="14" pos="7302" userDrawn="1">
          <p15:clr>
            <a:srgbClr val="FBAE40"/>
          </p15:clr>
        </p15:guide>
        <p15:guide id="15" pos="8118" userDrawn="1">
          <p15:clr>
            <a:srgbClr val="FBAE40"/>
          </p15:clr>
        </p15:guide>
        <p15:guide id="16" pos="8277" userDrawn="1">
          <p15:clr>
            <a:srgbClr val="FBAE40"/>
          </p15:clr>
        </p15:guide>
        <p15:guide id="17" pos="9116" userDrawn="1">
          <p15:clr>
            <a:srgbClr val="FBAE40"/>
          </p15:clr>
        </p15:guide>
        <p15:guide id="18" pos="9275" userDrawn="1">
          <p15:clr>
            <a:srgbClr val="FBAE40"/>
          </p15:clr>
        </p15:guide>
        <p15:guide id="19" pos="10092" userDrawn="1">
          <p15:clr>
            <a:srgbClr val="FBAE40"/>
          </p15:clr>
        </p15:guide>
        <p15:guide id="20" pos="10250" userDrawn="1">
          <p15:clr>
            <a:srgbClr val="FBAE40"/>
          </p15:clr>
        </p15:guide>
        <p15:guide id="21" pos="11089" userDrawn="1">
          <p15:clr>
            <a:srgbClr val="FBAE40"/>
          </p15:clr>
        </p15:guide>
        <p15:guide id="22" pos="11248" userDrawn="1">
          <p15:clr>
            <a:srgbClr val="FBAE40"/>
          </p15:clr>
        </p15:guide>
        <p15:guide id="23" orient="horz" pos="771" userDrawn="1">
          <p15:clr>
            <a:srgbClr val="FBAE40"/>
          </p15:clr>
        </p15:guide>
        <p15:guide id="24" orient="horz" pos="930" userDrawn="1">
          <p15:clr>
            <a:srgbClr val="FBAE40"/>
          </p15:clr>
        </p15:guide>
        <p15:guide id="25" orient="horz" pos="1292" userDrawn="1">
          <p15:clr>
            <a:srgbClr val="FBAE40"/>
          </p15:clr>
        </p15:guide>
        <p15:guide id="26" orient="horz" pos="1451" userDrawn="1">
          <p15:clr>
            <a:srgbClr val="FBAE40"/>
          </p15:clr>
        </p15:guide>
        <p15:guide id="27" orient="horz" pos="1837" userDrawn="1">
          <p15:clr>
            <a:srgbClr val="FBAE40"/>
          </p15:clr>
        </p15:guide>
        <p15:guide id="28" orient="horz" pos="1995" userDrawn="1">
          <p15:clr>
            <a:srgbClr val="FBAE40"/>
          </p15:clr>
        </p15:guide>
        <p15:guide id="29" orient="horz" pos="2358" userDrawn="1">
          <p15:clr>
            <a:srgbClr val="FBAE40"/>
          </p15:clr>
        </p15:guide>
        <p15:guide id="30" orient="horz" pos="2517" userDrawn="1">
          <p15:clr>
            <a:srgbClr val="FBAE40"/>
          </p15:clr>
        </p15:guide>
        <p15:guide id="31" orient="horz" pos="2903" userDrawn="1">
          <p15:clr>
            <a:srgbClr val="FBAE40"/>
          </p15:clr>
        </p15:guide>
        <p15:guide id="32" orient="horz" pos="3061" userDrawn="1">
          <p15:clr>
            <a:srgbClr val="FBAE40"/>
          </p15:clr>
        </p15:guide>
        <p15:guide id="33" orient="horz" pos="3424" userDrawn="1">
          <p15:clr>
            <a:srgbClr val="FBAE40"/>
          </p15:clr>
        </p15:guide>
        <p15:guide id="34" orient="horz" pos="3583" userDrawn="1">
          <p15:clr>
            <a:srgbClr val="FBAE40"/>
          </p15:clr>
        </p15:guide>
        <p15:guide id="37" orient="horz" pos="3969" userDrawn="1">
          <p15:clr>
            <a:srgbClr val="FBAE40"/>
          </p15:clr>
        </p15:guide>
        <p15:guide id="38" orient="horz" pos="4127" userDrawn="1">
          <p15:clr>
            <a:srgbClr val="FBAE40"/>
          </p15:clr>
        </p15:guide>
        <p15:guide id="39" orient="horz" pos="4513" userDrawn="1">
          <p15:clr>
            <a:srgbClr val="FBAE40"/>
          </p15:clr>
        </p15:guide>
        <p15:guide id="40" orient="horz" pos="4672" userDrawn="1">
          <p15:clr>
            <a:srgbClr val="FBAE40"/>
          </p15:clr>
        </p15:guide>
        <p15:guide id="41" orient="horz" pos="5035" userDrawn="1">
          <p15:clr>
            <a:srgbClr val="FBAE40"/>
          </p15:clr>
        </p15:guide>
        <p15:guide id="42" orient="horz" pos="5193" userDrawn="1">
          <p15:clr>
            <a:srgbClr val="FBAE40"/>
          </p15:clr>
        </p15:guide>
        <p15:guide id="43" orient="horz" pos="5579" userDrawn="1">
          <p15:clr>
            <a:srgbClr val="FBAE40"/>
          </p15:clr>
        </p15:guide>
        <p15:guide id="44" orient="horz" pos="5738" userDrawn="1">
          <p15:clr>
            <a:srgbClr val="FBAE40"/>
          </p15:clr>
        </p15:guide>
        <p15:guide id="45" orient="horz" pos="6100" userDrawn="1">
          <p15:clr>
            <a:srgbClr val="FBAE40"/>
          </p15:clr>
        </p15:guide>
        <p15:guide id="46" orient="horz" pos="6259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н с градиентом">
    <p:bg>
      <p:bgPr>
        <a:blipFill dpi="0" rotWithShape="1">
          <a:blip r:embed="rId2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 l="-3000" r="-3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99EDBFCA-6CD0-35CB-41B3-36AB2953C5D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11509"/>
            <a:ext cx="19799300" cy="11137104"/>
          </a:xfrm>
          <a:prstGeom prst="rect">
            <a:avLst/>
          </a:prstGeom>
        </p:spPr>
      </p:pic>
      <p:sp>
        <p:nvSpPr>
          <p:cNvPr id="3" name="Номер слайда">
            <a:extLst>
              <a:ext uri="{FF2B5EF4-FFF2-40B4-BE49-F238E27FC236}">
                <a16:creationId xmlns:a16="http://schemas.microsoft.com/office/drawing/2014/main" id="{7B31166E-5B2E-161F-80C4-671886F8EC56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214553594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н с паттерном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6B0F91C1-1A78-58C6-CB42-CC30A05BA42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11509"/>
            <a:ext cx="19799300" cy="11137104"/>
          </a:xfrm>
          <a:prstGeom prst="rect">
            <a:avLst/>
          </a:prstGeom>
        </p:spPr>
      </p:pic>
      <p:sp>
        <p:nvSpPr>
          <p:cNvPr id="4" name="Номер слайда">
            <a:extLst>
              <a:ext uri="{FF2B5EF4-FFF2-40B4-BE49-F238E27FC236}">
                <a16:creationId xmlns:a16="http://schemas.microsoft.com/office/drawing/2014/main" id="{396DED21-0FBB-16BD-4DC9-B015EE635464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677182390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н черный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CA0F6A44-6D52-9D3E-2A26-DB5B259C8297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solidFill>
            <a:schemeClr val="accent2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4" name="Номер слайда">
            <a:extLst>
              <a:ext uri="{FF2B5EF4-FFF2-40B4-BE49-F238E27FC236}">
                <a16:creationId xmlns:a16="http://schemas.microsoft.com/office/drawing/2014/main" id="{B1BCFD17-C1D9-8EDD-22C9-22186C3311D1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solidFill>
                  <a:schemeClr val="accent6"/>
                </a:solidFill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596394406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н с градиентом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0FD00267-5568-1808-9A58-50A7E61510F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-6420"/>
            <a:ext cx="19836000" cy="11157748"/>
          </a:xfrm>
          <a:prstGeom prst="rect">
            <a:avLst/>
          </a:prstGeom>
        </p:spPr>
      </p:pic>
      <p:sp>
        <p:nvSpPr>
          <p:cNvPr id="2" name="Номер слайда">
            <a:extLst>
              <a:ext uri="{FF2B5EF4-FFF2-40B4-BE49-F238E27FC236}">
                <a16:creationId xmlns:a16="http://schemas.microsoft.com/office/drawing/2014/main" id="{54BFEFE7-FB2B-3859-C2EE-78C10CF7D7A7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solidFill>
                  <a:schemeClr val="accent6"/>
                </a:solidFill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1894546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 для кода_1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707CB543-CBDA-C4F6-DBB7-0AA62B3B8134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2" name="Номер слайда">
            <a:extLst>
              <a:ext uri="{FF2B5EF4-FFF2-40B4-BE49-F238E27FC236}">
                <a16:creationId xmlns:a16="http://schemas.microsoft.com/office/drawing/2014/main" id="{43B8BAC9-FAA7-A835-C391-1C05B6AFA15D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  <p:grpSp>
        <p:nvGrpSpPr>
          <p:cNvPr id="4" name="Группа 3">
            <a:extLst>
              <a:ext uri="{FF2B5EF4-FFF2-40B4-BE49-F238E27FC236}">
                <a16:creationId xmlns:a16="http://schemas.microsoft.com/office/drawing/2014/main" id="{4F15F1DD-95F6-4971-D888-6A6491841E9A}"/>
              </a:ext>
            </a:extLst>
          </p:cNvPr>
          <p:cNvGrpSpPr/>
          <p:nvPr userDrawn="1"/>
        </p:nvGrpSpPr>
        <p:grpSpPr>
          <a:xfrm>
            <a:off x="611187" y="2861734"/>
            <a:ext cx="18396000" cy="9864725"/>
            <a:chOff x="7477169" y="647700"/>
            <a:chExt cx="18396000" cy="9864725"/>
          </a:xfrm>
        </p:grpSpPr>
        <p:sp>
          <p:nvSpPr>
            <p:cNvPr id="5" name="Скругленный прямоугольник 4">
              <a:extLst>
                <a:ext uri="{FF2B5EF4-FFF2-40B4-BE49-F238E27FC236}">
                  <a16:creationId xmlns:a16="http://schemas.microsoft.com/office/drawing/2014/main" id="{38B58920-520D-ECD2-F228-4BCC7CF3CE49}"/>
                </a:ext>
              </a:extLst>
            </p:cNvPr>
            <p:cNvSpPr/>
            <p:nvPr/>
          </p:nvSpPr>
          <p:spPr>
            <a:xfrm>
              <a:off x="7477169" y="647700"/>
              <a:ext cx="18396000" cy="9864725"/>
            </a:xfrm>
            <a:prstGeom prst="roundRect">
              <a:avLst>
                <a:gd name="adj" fmla="val 2808"/>
              </a:avLst>
            </a:prstGeom>
            <a:gradFill>
              <a:gsLst>
                <a:gs pos="14000">
                  <a:srgbClr val="D2D5DB"/>
                </a:gs>
                <a:gs pos="100000">
                  <a:schemeClr val="accent4"/>
                </a:gs>
              </a:gsLst>
              <a:lin ang="2700000" scaled="0"/>
            </a:gradFill>
            <a:ln w="12700" cap="flat">
              <a:noFill/>
              <a:prstDash val="solid"/>
              <a:miter lim="8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noAutofit/>
            </a:bodyPr>
            <a:lstStyle/>
            <a:p>
              <a:pPr defTabSz="457200"/>
              <a:endParaRPr lang="ru-RU" sz="1800" dirty="0">
                <a:latin typeface="T-Sans" pitchFamily="2" charset="0"/>
                <a:ea typeface="T-Sans" pitchFamily="2" charset="0"/>
              </a:endParaRPr>
            </a:p>
          </p:txBody>
        </p:sp>
        <p:sp>
          <p:nvSpPr>
            <p:cNvPr id="6" name="Овал 5">
              <a:extLst>
                <a:ext uri="{FF2B5EF4-FFF2-40B4-BE49-F238E27FC236}">
                  <a16:creationId xmlns:a16="http://schemas.microsoft.com/office/drawing/2014/main" id="{2B7D3A56-805B-13E2-7063-6B9B4EC8AA7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731101" y="877197"/>
              <a:ext cx="162103" cy="162103"/>
            </a:xfrm>
            <a:prstGeom prst="ellipse">
              <a:avLst/>
            </a:prstGeom>
            <a:solidFill>
              <a:schemeClr val="accent6"/>
            </a:solidFill>
            <a:ln w="12700" cap="flat">
              <a:noFill/>
              <a:prstDash val="solid"/>
              <a:miter lim="8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no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ru-RU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Tinkoff Sans"/>
                <a:ea typeface="Tinkoff Sans"/>
                <a:cs typeface="Tinkoff Sans"/>
                <a:sym typeface="Tinkoff Sans"/>
              </a:endParaRPr>
            </a:p>
          </p:txBody>
        </p:sp>
        <p:sp>
          <p:nvSpPr>
            <p:cNvPr id="7" name="Овал 6">
              <a:extLst>
                <a:ext uri="{FF2B5EF4-FFF2-40B4-BE49-F238E27FC236}">
                  <a16:creationId xmlns:a16="http://schemas.microsoft.com/office/drawing/2014/main" id="{A30C1799-08EA-B949-D626-A8CCD881438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990052" y="877197"/>
              <a:ext cx="162103" cy="162103"/>
            </a:xfrm>
            <a:prstGeom prst="ellipse">
              <a:avLst/>
            </a:prstGeom>
            <a:solidFill>
              <a:schemeClr val="accent6"/>
            </a:solidFill>
            <a:ln w="12700" cap="flat">
              <a:noFill/>
              <a:prstDash val="solid"/>
              <a:miter lim="8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no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ru-RU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Tinkoff Sans"/>
                <a:ea typeface="Tinkoff Sans"/>
                <a:cs typeface="Tinkoff Sans"/>
                <a:sym typeface="Tinkoff Sans"/>
              </a:endParaRPr>
            </a:p>
          </p:txBody>
        </p:sp>
        <p:sp>
          <p:nvSpPr>
            <p:cNvPr id="8" name="Овал 7">
              <a:extLst>
                <a:ext uri="{FF2B5EF4-FFF2-40B4-BE49-F238E27FC236}">
                  <a16:creationId xmlns:a16="http://schemas.microsoft.com/office/drawing/2014/main" id="{048CF9FC-F84E-B682-74A5-DBD5C6B0F2E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249003" y="877197"/>
              <a:ext cx="162103" cy="162103"/>
            </a:xfrm>
            <a:prstGeom prst="ellipse">
              <a:avLst/>
            </a:prstGeom>
            <a:solidFill>
              <a:schemeClr val="accent6"/>
            </a:solidFill>
            <a:ln w="12700" cap="flat">
              <a:noFill/>
              <a:prstDash val="solid"/>
              <a:miter lim="8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no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ru-RU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Tinkoff Sans"/>
                <a:ea typeface="Tinkoff Sans"/>
                <a:cs typeface="Tinkoff Sans"/>
                <a:sym typeface="Tinkoff Sans"/>
              </a:endParaRPr>
            </a:p>
          </p:txBody>
        </p:sp>
        <p:sp>
          <p:nvSpPr>
            <p:cNvPr id="9" name="Скругленный прямоугольник 8">
              <a:extLst>
                <a:ext uri="{FF2B5EF4-FFF2-40B4-BE49-F238E27FC236}">
                  <a16:creationId xmlns:a16="http://schemas.microsoft.com/office/drawing/2014/main" id="{9B1BD348-2498-84F2-C965-C41594850914}"/>
                </a:ext>
              </a:extLst>
            </p:cNvPr>
            <p:cNvSpPr/>
            <p:nvPr/>
          </p:nvSpPr>
          <p:spPr>
            <a:xfrm>
              <a:off x="7621169" y="1245510"/>
              <a:ext cx="18108000" cy="9144000"/>
            </a:xfrm>
            <a:prstGeom prst="roundRect">
              <a:avLst>
                <a:gd name="adj" fmla="val 2168"/>
              </a:avLst>
            </a:prstGeom>
            <a:solidFill>
              <a:schemeClr val="accent6"/>
            </a:solidFill>
            <a:ln w="12700" cap="flat">
              <a:noFill/>
              <a:prstDash val="solid"/>
              <a:miter lim="8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noAutofit/>
            </a:bodyPr>
            <a:lstStyle/>
            <a:p>
              <a:pPr defTabSz="457200"/>
              <a:endParaRPr lang="ru-RU" sz="1800" dirty="0">
                <a:latin typeface="T-Sans" pitchFamily="2" charset="0"/>
                <a:ea typeface="T-Sans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74577194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 для кода_2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707CB543-CBDA-C4F6-DBB7-0AA62B3B8134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2" name="Номер слайда">
            <a:extLst>
              <a:ext uri="{FF2B5EF4-FFF2-40B4-BE49-F238E27FC236}">
                <a16:creationId xmlns:a16="http://schemas.microsoft.com/office/drawing/2014/main" id="{43B8BAC9-FAA7-A835-C391-1C05B6AFA15D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  <p:grpSp>
        <p:nvGrpSpPr>
          <p:cNvPr id="10" name="Группа 9">
            <a:extLst>
              <a:ext uri="{FF2B5EF4-FFF2-40B4-BE49-F238E27FC236}">
                <a16:creationId xmlns:a16="http://schemas.microsoft.com/office/drawing/2014/main" id="{41F21671-BB96-2971-101E-D1089DBA17F8}"/>
              </a:ext>
            </a:extLst>
          </p:cNvPr>
          <p:cNvGrpSpPr/>
          <p:nvPr userDrawn="1"/>
        </p:nvGrpSpPr>
        <p:grpSpPr>
          <a:xfrm>
            <a:off x="7477170" y="647700"/>
            <a:ext cx="11448000" cy="9864725"/>
            <a:chOff x="7477170" y="647700"/>
            <a:chExt cx="11448000" cy="9864725"/>
          </a:xfrm>
        </p:grpSpPr>
        <p:sp>
          <p:nvSpPr>
            <p:cNvPr id="11" name="Скругленный прямоугольник 10">
              <a:extLst>
                <a:ext uri="{FF2B5EF4-FFF2-40B4-BE49-F238E27FC236}">
                  <a16:creationId xmlns:a16="http://schemas.microsoft.com/office/drawing/2014/main" id="{83E92DA5-6108-6ED0-6D68-5064067EF090}"/>
                </a:ext>
              </a:extLst>
            </p:cNvPr>
            <p:cNvSpPr/>
            <p:nvPr/>
          </p:nvSpPr>
          <p:spPr>
            <a:xfrm>
              <a:off x="7477170" y="647700"/>
              <a:ext cx="11448000" cy="9864725"/>
            </a:xfrm>
            <a:prstGeom prst="roundRect">
              <a:avLst>
                <a:gd name="adj" fmla="val 2808"/>
              </a:avLst>
            </a:prstGeom>
            <a:gradFill>
              <a:gsLst>
                <a:gs pos="14000">
                  <a:srgbClr val="D2D5DB"/>
                </a:gs>
                <a:gs pos="100000">
                  <a:schemeClr val="accent4"/>
                </a:gs>
              </a:gsLst>
              <a:lin ang="2700000" scaled="0"/>
            </a:gradFill>
            <a:ln w="12700" cap="flat">
              <a:noFill/>
              <a:prstDash val="solid"/>
              <a:miter lim="8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noAutofit/>
            </a:bodyPr>
            <a:lstStyle/>
            <a:p>
              <a:pPr defTabSz="457200"/>
              <a:endParaRPr lang="ru-RU" sz="1800" dirty="0">
                <a:latin typeface="T-Sans" pitchFamily="2" charset="0"/>
                <a:ea typeface="T-Sans" pitchFamily="2" charset="0"/>
              </a:endParaRPr>
            </a:p>
          </p:txBody>
        </p:sp>
        <p:sp>
          <p:nvSpPr>
            <p:cNvPr id="12" name="Овал 11">
              <a:extLst>
                <a:ext uri="{FF2B5EF4-FFF2-40B4-BE49-F238E27FC236}">
                  <a16:creationId xmlns:a16="http://schemas.microsoft.com/office/drawing/2014/main" id="{DC590063-5A42-FB1A-E53B-185C753C314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731101" y="877197"/>
              <a:ext cx="162103" cy="162103"/>
            </a:xfrm>
            <a:prstGeom prst="ellipse">
              <a:avLst/>
            </a:prstGeom>
            <a:solidFill>
              <a:schemeClr val="accent6"/>
            </a:solidFill>
            <a:ln w="12700" cap="flat">
              <a:noFill/>
              <a:prstDash val="solid"/>
              <a:miter lim="8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no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ru-RU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Tinkoff Sans"/>
                <a:ea typeface="Tinkoff Sans"/>
                <a:cs typeface="Tinkoff Sans"/>
                <a:sym typeface="Tinkoff Sans"/>
              </a:endParaRPr>
            </a:p>
          </p:txBody>
        </p:sp>
        <p:sp>
          <p:nvSpPr>
            <p:cNvPr id="13" name="Овал 12">
              <a:extLst>
                <a:ext uri="{FF2B5EF4-FFF2-40B4-BE49-F238E27FC236}">
                  <a16:creationId xmlns:a16="http://schemas.microsoft.com/office/drawing/2014/main" id="{76828266-A2B8-ABD5-B32A-F0002CFDC06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990052" y="877197"/>
              <a:ext cx="162103" cy="162103"/>
            </a:xfrm>
            <a:prstGeom prst="ellipse">
              <a:avLst/>
            </a:prstGeom>
            <a:solidFill>
              <a:schemeClr val="accent6"/>
            </a:solidFill>
            <a:ln w="12700" cap="flat">
              <a:noFill/>
              <a:prstDash val="solid"/>
              <a:miter lim="8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no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ru-RU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Tinkoff Sans"/>
                <a:ea typeface="Tinkoff Sans"/>
                <a:cs typeface="Tinkoff Sans"/>
                <a:sym typeface="Tinkoff Sans"/>
              </a:endParaRPr>
            </a:p>
          </p:txBody>
        </p:sp>
        <p:sp>
          <p:nvSpPr>
            <p:cNvPr id="14" name="Овал 13">
              <a:extLst>
                <a:ext uri="{FF2B5EF4-FFF2-40B4-BE49-F238E27FC236}">
                  <a16:creationId xmlns:a16="http://schemas.microsoft.com/office/drawing/2014/main" id="{C4F931CE-FB41-24EA-227F-5FDF32D1364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249003" y="877197"/>
              <a:ext cx="162103" cy="162103"/>
            </a:xfrm>
            <a:prstGeom prst="ellipse">
              <a:avLst/>
            </a:prstGeom>
            <a:solidFill>
              <a:schemeClr val="accent6"/>
            </a:solidFill>
            <a:ln w="12700" cap="flat">
              <a:noFill/>
              <a:prstDash val="solid"/>
              <a:miter lim="8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no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ru-RU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Tinkoff Sans"/>
                <a:ea typeface="Tinkoff Sans"/>
                <a:cs typeface="Tinkoff Sans"/>
                <a:sym typeface="Tinkoff Sans"/>
              </a:endParaRPr>
            </a:p>
          </p:txBody>
        </p:sp>
        <p:sp>
          <p:nvSpPr>
            <p:cNvPr id="15" name="Скругленный прямоугольник 14">
              <a:extLst>
                <a:ext uri="{FF2B5EF4-FFF2-40B4-BE49-F238E27FC236}">
                  <a16:creationId xmlns:a16="http://schemas.microsoft.com/office/drawing/2014/main" id="{5862E01E-E516-3B53-62A9-B59CBE13424B}"/>
                </a:ext>
              </a:extLst>
            </p:cNvPr>
            <p:cNvSpPr/>
            <p:nvPr/>
          </p:nvSpPr>
          <p:spPr>
            <a:xfrm>
              <a:off x="7621170" y="1245510"/>
              <a:ext cx="11160000" cy="9144000"/>
            </a:xfrm>
            <a:prstGeom prst="roundRect">
              <a:avLst>
                <a:gd name="adj" fmla="val 2168"/>
              </a:avLst>
            </a:prstGeom>
            <a:solidFill>
              <a:schemeClr val="accent6"/>
            </a:solidFill>
            <a:ln w="12700" cap="flat">
              <a:noFill/>
              <a:prstDash val="solid"/>
              <a:miter lim="8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noAutofit/>
            </a:bodyPr>
            <a:lstStyle/>
            <a:p>
              <a:pPr defTabSz="457200"/>
              <a:endParaRPr lang="ru-RU" sz="1800" dirty="0">
                <a:latin typeface="T-Sans" pitchFamily="2" charset="0"/>
                <a:ea typeface="T-Sans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17502434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 с паттерном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Скругленный прямоугольник 2">
            <a:extLst>
              <a:ext uri="{FF2B5EF4-FFF2-40B4-BE49-F238E27FC236}">
                <a16:creationId xmlns:a16="http://schemas.microsoft.com/office/drawing/2014/main" id="{542BA4A3-BD66-B6CA-B053-0172A84AC9E4}"/>
              </a:ext>
            </a:extLst>
          </p:cNvPr>
          <p:cNvSpPr/>
          <p:nvPr userDrawn="1"/>
        </p:nvSpPr>
        <p:spPr>
          <a:xfrm>
            <a:off x="611188" y="647700"/>
            <a:ext cx="18576000" cy="9864725"/>
          </a:xfrm>
          <a:prstGeom prst="roundRect">
            <a:avLst>
              <a:gd name="adj" fmla="val 6279"/>
            </a:avLst>
          </a:prstGeom>
          <a:solidFill>
            <a:schemeClr val="accent2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A665FB45-97BD-7225-E420-C825F595E3D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-10178"/>
          <a:stretch/>
        </p:blipFill>
        <p:spPr>
          <a:xfrm>
            <a:off x="611186" y="4619298"/>
            <a:ext cx="18576000" cy="5881729"/>
          </a:xfrm>
          <a:prstGeom prst="roundRect">
            <a:avLst>
              <a:gd name="adj" fmla="val 10384"/>
            </a:avLst>
          </a:prstGeom>
        </p:spPr>
      </p:pic>
      <p:sp>
        <p:nvSpPr>
          <p:cNvPr id="5" name="Номер слайда">
            <a:extLst>
              <a:ext uri="{FF2B5EF4-FFF2-40B4-BE49-F238E27FC236}">
                <a16:creationId xmlns:a16="http://schemas.microsoft.com/office/drawing/2014/main" id="{3CDC5362-4493-F8E4-812F-FB74B5666802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1032990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ля инфографик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26E61101-FB36-7188-BEAF-FDF7940DFCCF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solidFill>
            <a:schemeClr val="accent5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5" name="Овал 4">
            <a:extLst>
              <a:ext uri="{FF2B5EF4-FFF2-40B4-BE49-F238E27FC236}">
                <a16:creationId xmlns:a16="http://schemas.microsoft.com/office/drawing/2014/main" id="{C584EAB4-0304-4FEF-C52A-A2CB0150F1FC}"/>
              </a:ext>
            </a:extLst>
          </p:cNvPr>
          <p:cNvSpPr/>
          <p:nvPr userDrawn="1"/>
        </p:nvSpPr>
        <p:spPr>
          <a:xfrm>
            <a:off x="2207516" y="-2112072"/>
            <a:ext cx="15384268" cy="15384268"/>
          </a:xfrm>
          <a:prstGeom prst="ellipse">
            <a:avLst/>
          </a:prstGeom>
          <a:solidFill>
            <a:schemeClr val="accent5"/>
          </a:solidFill>
          <a:ln w="12700" cap="flat">
            <a:noFill/>
            <a:prstDash val="solid"/>
            <a:miter lim="800000"/>
          </a:ln>
          <a:effectLst>
            <a:outerShdw blurRad="635000" algn="ctr" rotWithShape="0">
              <a:prstClr val="black">
                <a:alpha val="5000"/>
              </a:prstClr>
            </a:outerShdw>
          </a:effectLst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algn="ctr" defTabSz="457200"/>
            <a:endParaRPr lang="ru-RU" sz="3200" b="0" i="0" dirty="0">
              <a:solidFill>
                <a:schemeClr val="accent2"/>
              </a:solidFill>
              <a:latin typeface="T-Sans" pitchFamily="2" charset="0"/>
              <a:ea typeface="T-Sans" pitchFamily="2" charset="0"/>
            </a:endParaRPr>
          </a:p>
        </p:txBody>
      </p:sp>
      <p:sp>
        <p:nvSpPr>
          <p:cNvPr id="6" name="Овал 5">
            <a:extLst>
              <a:ext uri="{FF2B5EF4-FFF2-40B4-BE49-F238E27FC236}">
                <a16:creationId xmlns:a16="http://schemas.microsoft.com/office/drawing/2014/main" id="{B13E127B-8DEA-CC96-30EA-8B45282E4E78}"/>
              </a:ext>
            </a:extLst>
          </p:cNvPr>
          <p:cNvSpPr/>
          <p:nvPr userDrawn="1"/>
        </p:nvSpPr>
        <p:spPr>
          <a:xfrm>
            <a:off x="4645819" y="326231"/>
            <a:ext cx="10507662" cy="10507662"/>
          </a:xfrm>
          <a:prstGeom prst="ellipse">
            <a:avLst/>
          </a:prstGeom>
          <a:solidFill>
            <a:schemeClr val="accent5"/>
          </a:solidFill>
          <a:ln w="12700" cap="flat">
            <a:noFill/>
            <a:prstDash val="solid"/>
            <a:miter lim="800000"/>
          </a:ln>
          <a:effectLst>
            <a:outerShdw blurRad="635000" algn="ctr" rotWithShape="0">
              <a:prstClr val="black">
                <a:alpha val="5000"/>
              </a:prstClr>
            </a:outerShdw>
          </a:effectLst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algn="ctr" defTabSz="457200"/>
            <a:endParaRPr lang="ru-RU" sz="3200" b="0" i="0" dirty="0">
              <a:solidFill>
                <a:schemeClr val="accent2"/>
              </a:solidFill>
              <a:latin typeface="T-Sans" pitchFamily="2" charset="0"/>
              <a:ea typeface="T-Sans" pitchFamily="2" charset="0"/>
            </a:endParaRPr>
          </a:p>
        </p:txBody>
      </p:sp>
      <p:sp>
        <p:nvSpPr>
          <p:cNvPr id="3" name="Номер слайда">
            <a:extLst>
              <a:ext uri="{FF2B5EF4-FFF2-40B4-BE49-F238E27FC236}">
                <a16:creationId xmlns:a16="http://schemas.microsoft.com/office/drawing/2014/main" id="{F079FC53-DDC0-CA9F-5B63-3CAEBFE2C5FA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758946024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ля инфографик 2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083B3D84-087D-DD69-B9CD-1EA2D2D05C00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solidFill>
            <a:schemeClr val="accent2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grpSp>
        <p:nvGrpSpPr>
          <p:cNvPr id="8" name="Группа 7">
            <a:extLst>
              <a:ext uri="{FF2B5EF4-FFF2-40B4-BE49-F238E27FC236}">
                <a16:creationId xmlns:a16="http://schemas.microsoft.com/office/drawing/2014/main" id="{347CB827-92DF-1E19-4556-7F26AEF2ED94}"/>
              </a:ext>
            </a:extLst>
          </p:cNvPr>
          <p:cNvGrpSpPr/>
          <p:nvPr userDrawn="1"/>
        </p:nvGrpSpPr>
        <p:grpSpPr>
          <a:xfrm>
            <a:off x="7355366" y="-719938"/>
            <a:ext cx="12600000" cy="12600000"/>
            <a:chOff x="7355366" y="-719938"/>
            <a:chExt cx="12600000" cy="12600000"/>
          </a:xfrm>
        </p:grpSpPr>
        <p:sp>
          <p:nvSpPr>
            <p:cNvPr id="5" name="Овал 4">
              <a:extLst>
                <a:ext uri="{FF2B5EF4-FFF2-40B4-BE49-F238E27FC236}">
                  <a16:creationId xmlns:a16="http://schemas.microsoft.com/office/drawing/2014/main" id="{8A5DABA1-1DC3-E38B-4750-89870BC3EFA0}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7355366" y="-719938"/>
              <a:ext cx="12600000" cy="12600000"/>
            </a:xfrm>
            <a:prstGeom prst="ellipse">
              <a:avLst/>
            </a:prstGeom>
            <a:solidFill>
              <a:srgbClr val="212020">
                <a:alpha val="20000"/>
              </a:srgbClr>
            </a:solidFill>
            <a:ln w="12700" cap="flat">
              <a:noFill/>
              <a:prstDash val="solid"/>
              <a:miter lim="8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no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ru-RU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T-Sans" pitchFamily="2" charset="0"/>
                <a:ea typeface="T-Sans" pitchFamily="2" charset="0"/>
                <a:cs typeface="Tinkoff Sans"/>
                <a:sym typeface="Tinkoff Sans"/>
              </a:endParaRPr>
            </a:p>
          </p:txBody>
        </p:sp>
        <p:sp>
          <p:nvSpPr>
            <p:cNvPr id="6" name="Овал 5">
              <a:extLst>
                <a:ext uri="{FF2B5EF4-FFF2-40B4-BE49-F238E27FC236}">
                  <a16:creationId xmlns:a16="http://schemas.microsoft.com/office/drawing/2014/main" id="{9D503385-2B01-BB65-0260-EAC7605709E5}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8585879" y="510575"/>
              <a:ext cx="10138974" cy="10138974"/>
            </a:xfrm>
            <a:prstGeom prst="ellipse">
              <a:avLst/>
            </a:prstGeom>
            <a:solidFill>
              <a:srgbClr val="212020">
                <a:alpha val="30000"/>
              </a:srgbClr>
            </a:solidFill>
            <a:ln w="12700" cap="flat">
              <a:noFill/>
              <a:prstDash val="solid"/>
              <a:miter lim="8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no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ru-RU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T-Sans" pitchFamily="2" charset="0"/>
                <a:ea typeface="T-Sans" pitchFamily="2" charset="0"/>
                <a:cs typeface="Tinkoff Sans"/>
                <a:sym typeface="Tinkoff Sans"/>
              </a:endParaRPr>
            </a:p>
          </p:txBody>
        </p:sp>
        <p:sp>
          <p:nvSpPr>
            <p:cNvPr id="7" name="Овал 6">
              <a:extLst>
                <a:ext uri="{FF2B5EF4-FFF2-40B4-BE49-F238E27FC236}">
                  <a16:creationId xmlns:a16="http://schemas.microsoft.com/office/drawing/2014/main" id="{D702DD45-F95F-F325-33A5-6B018D62D090}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9846586" y="1771282"/>
              <a:ext cx="7617561" cy="7617561"/>
            </a:xfrm>
            <a:prstGeom prst="ellipse">
              <a:avLst/>
            </a:prstGeom>
            <a:solidFill>
              <a:srgbClr val="212020">
                <a:alpha val="40000"/>
              </a:srgbClr>
            </a:solidFill>
            <a:ln w="12700" cap="flat">
              <a:noFill/>
              <a:prstDash val="solid"/>
              <a:miter lim="8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no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ru-RU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T-Sans" pitchFamily="2" charset="0"/>
                <a:ea typeface="T-Sans" pitchFamily="2" charset="0"/>
                <a:cs typeface="Tinkoff Sans"/>
                <a:sym typeface="Tinkoff Sans"/>
              </a:endParaRPr>
            </a:p>
          </p:txBody>
        </p:sp>
      </p:grpSp>
      <p:sp>
        <p:nvSpPr>
          <p:cNvPr id="9" name="Рисунок 5">
            <a:extLst>
              <a:ext uri="{FF2B5EF4-FFF2-40B4-BE49-F238E27FC236}">
                <a16:creationId xmlns:a16="http://schemas.microsoft.com/office/drawing/2014/main" id="{74F8FCCF-EC84-FD71-19BC-21BC6FE5EECE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11316613" y="3241309"/>
            <a:ext cx="4677507" cy="4677507"/>
          </a:xfrm>
          <a:prstGeom prst="ellipse">
            <a:avLst/>
          </a:prstGeom>
          <a:solidFill>
            <a:schemeClr val="accent6"/>
          </a:solidFill>
        </p:spPr>
        <p:txBody>
          <a:bodyPr anchor="ctr"/>
          <a:lstStyle>
            <a:lvl1pPr algn="ctr"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Изображение</a:t>
            </a:r>
          </a:p>
        </p:txBody>
      </p:sp>
      <p:sp>
        <p:nvSpPr>
          <p:cNvPr id="3" name="Номер слайда">
            <a:extLst>
              <a:ext uri="{FF2B5EF4-FFF2-40B4-BE49-F238E27FC236}">
                <a16:creationId xmlns:a16="http://schemas.microsoft.com/office/drawing/2014/main" id="{3BAC04F5-2F11-88B0-A40D-7E022C490DC2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solidFill>
                  <a:schemeClr val="accent6"/>
                </a:solidFill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984262538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pos="861" userDrawn="1">
          <p15:clr>
            <a:srgbClr val="FBAE40"/>
          </p15:clr>
        </p15:guide>
        <p15:guide id="2" pos="11611" userDrawn="1">
          <p15:clr>
            <a:srgbClr val="FBAE40"/>
          </p15:clr>
        </p15:guide>
        <p15:guide id="23" orient="horz" pos="861" userDrawn="1">
          <p15:clr>
            <a:srgbClr val="FBAE40"/>
          </p15:clr>
        </p15:guide>
        <p15:guide id="44" orient="horz" pos="6169" userDrawn="1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 с фото 1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B63A67B3-FB4F-3CB2-6C6A-D1F535CF10B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11187" y="647699"/>
            <a:ext cx="18576925" cy="9864725"/>
          </a:xfrm>
          <a:prstGeom prst="roundRect">
            <a:avLst>
              <a:gd name="adj" fmla="val 6471"/>
            </a:avLst>
          </a:prstGeom>
        </p:spPr>
      </p:pic>
      <p:sp>
        <p:nvSpPr>
          <p:cNvPr id="6" name="Рисунок 5">
            <a:extLst>
              <a:ext uri="{FF2B5EF4-FFF2-40B4-BE49-F238E27FC236}">
                <a16:creationId xmlns:a16="http://schemas.microsoft.com/office/drawing/2014/main" id="{0996C759-F426-06F4-0BC4-B87E8B8B8741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8207375" y="1910157"/>
            <a:ext cx="3384550" cy="3384550"/>
          </a:xfrm>
          <a:prstGeom prst="ellipse">
            <a:avLst/>
          </a:prstGeom>
          <a:solidFill>
            <a:schemeClr val="accent6"/>
          </a:solidFill>
        </p:spPr>
        <p:txBody>
          <a:bodyPr anchor="ctr"/>
          <a:lstStyle>
            <a:lvl1pPr algn="ctr"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 </a:t>
            </a:r>
          </a:p>
        </p:txBody>
      </p:sp>
      <p:sp>
        <p:nvSpPr>
          <p:cNvPr id="4" name="Номер слайда">
            <a:extLst>
              <a:ext uri="{FF2B5EF4-FFF2-40B4-BE49-F238E27FC236}">
                <a16:creationId xmlns:a16="http://schemas.microsoft.com/office/drawing/2014/main" id="{0F3C1F4A-9CD7-F8ED-CE66-6400EF284135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09296775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 с фото 2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306B5DC0-C588-DA97-CCB3-A681ADD9E75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17" b="217"/>
          <a:stretch/>
        </p:blipFill>
        <p:spPr>
          <a:xfrm>
            <a:off x="611187" y="647700"/>
            <a:ext cx="18576925" cy="9864724"/>
          </a:xfrm>
          <a:prstGeom prst="roundRect">
            <a:avLst>
              <a:gd name="adj" fmla="val 6471"/>
            </a:avLst>
          </a:prstGeom>
        </p:spPr>
      </p:pic>
      <p:sp>
        <p:nvSpPr>
          <p:cNvPr id="6" name="Рисунок 5">
            <a:extLst>
              <a:ext uri="{FF2B5EF4-FFF2-40B4-BE49-F238E27FC236}">
                <a16:creationId xmlns:a16="http://schemas.microsoft.com/office/drawing/2014/main" id="{0996C759-F426-06F4-0BC4-B87E8B8B8741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8207375" y="1910157"/>
            <a:ext cx="3384550" cy="3384550"/>
          </a:xfrm>
          <a:prstGeom prst="ellipse">
            <a:avLst/>
          </a:prstGeom>
          <a:solidFill>
            <a:schemeClr val="accent6"/>
          </a:solidFill>
        </p:spPr>
        <p:txBody>
          <a:bodyPr anchor="ctr"/>
          <a:lstStyle>
            <a:lvl1pPr algn="ctr"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 </a:t>
            </a:r>
          </a:p>
        </p:txBody>
      </p:sp>
      <p:sp>
        <p:nvSpPr>
          <p:cNvPr id="3" name="Номер слайда">
            <a:extLst>
              <a:ext uri="{FF2B5EF4-FFF2-40B4-BE49-F238E27FC236}">
                <a16:creationId xmlns:a16="http://schemas.microsoft.com/office/drawing/2014/main" id="{7126BD4C-C383-9301-0090-1D4E13EA6FAA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217617044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руктура 1">
    <p:bg>
      <p:bgPr>
        <a:blipFill dpi="0" rotWithShape="1">
          <a:blip r:embed="rId2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 l="-3000" r="-3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99EDBFCA-6CD0-35CB-41B3-36AB2953C5D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11509"/>
            <a:ext cx="19799300" cy="11137104"/>
          </a:xfrm>
          <a:prstGeom prst="rect">
            <a:avLst/>
          </a:prstGeom>
        </p:spPr>
      </p:pic>
      <p:cxnSp>
        <p:nvCxnSpPr>
          <p:cNvPr id="51" name="Соединительная линия уступом 50">
            <a:extLst>
              <a:ext uri="{FF2B5EF4-FFF2-40B4-BE49-F238E27FC236}">
                <a16:creationId xmlns:a16="http://schemas.microsoft.com/office/drawing/2014/main" id="{3329BF57-8247-BE21-5523-C8E3F8A144D2}"/>
              </a:ext>
            </a:extLst>
          </p:cNvPr>
          <p:cNvCxnSpPr>
            <a:cxnSpLocks/>
            <a:stCxn id="36" idx="3"/>
            <a:endCxn id="31" idx="0"/>
          </p:cNvCxnSpPr>
          <p:nvPr userDrawn="1"/>
        </p:nvCxnSpPr>
        <p:spPr>
          <a:xfrm>
            <a:off x="12151144" y="4294991"/>
            <a:ext cx="4458796" cy="3662510"/>
          </a:xfrm>
          <a:prstGeom prst="bentConnector2">
            <a:avLst/>
          </a:prstGeom>
          <a:noFill/>
          <a:ln w="19050" cap="rnd">
            <a:solidFill>
              <a:srgbClr val="333333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cxnSp>
        <p:nvCxnSpPr>
          <p:cNvPr id="54" name="Соединительная линия уступом 53">
            <a:extLst>
              <a:ext uri="{FF2B5EF4-FFF2-40B4-BE49-F238E27FC236}">
                <a16:creationId xmlns:a16="http://schemas.microsoft.com/office/drawing/2014/main" id="{04558508-EE6A-D763-E9A4-260659A92926}"/>
              </a:ext>
            </a:extLst>
          </p:cNvPr>
          <p:cNvCxnSpPr>
            <a:stCxn id="36" idx="1"/>
            <a:endCxn id="21" idx="0"/>
          </p:cNvCxnSpPr>
          <p:nvPr userDrawn="1"/>
        </p:nvCxnSpPr>
        <p:spPr>
          <a:xfrm rot="10800000" flipV="1">
            <a:off x="3189361" y="4294991"/>
            <a:ext cx="4458794" cy="3662510"/>
          </a:xfrm>
          <a:prstGeom prst="bentConnector2">
            <a:avLst/>
          </a:prstGeom>
          <a:noFill/>
          <a:ln w="19050" cap="rnd">
            <a:solidFill>
              <a:srgbClr val="333333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cxnSp>
        <p:nvCxnSpPr>
          <p:cNvPr id="49" name="Прямая соединительная линия 48">
            <a:extLst>
              <a:ext uri="{FF2B5EF4-FFF2-40B4-BE49-F238E27FC236}">
                <a16:creationId xmlns:a16="http://schemas.microsoft.com/office/drawing/2014/main" id="{C6D2594A-1FA6-F933-CFE2-93DB69279023}"/>
              </a:ext>
            </a:extLst>
          </p:cNvPr>
          <p:cNvCxnSpPr>
            <a:endCxn id="26" idx="0"/>
          </p:cNvCxnSpPr>
          <p:nvPr userDrawn="1"/>
        </p:nvCxnSpPr>
        <p:spPr>
          <a:xfrm>
            <a:off x="9899650" y="5373293"/>
            <a:ext cx="0" cy="2584208"/>
          </a:xfrm>
          <a:prstGeom prst="line">
            <a:avLst/>
          </a:prstGeom>
          <a:noFill/>
          <a:ln w="19050" cap="rnd">
            <a:solidFill>
              <a:srgbClr val="333333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sp>
        <p:nvSpPr>
          <p:cNvPr id="6" name="Скругленный прямоугольник 5">
            <a:extLst>
              <a:ext uri="{FF2B5EF4-FFF2-40B4-BE49-F238E27FC236}">
                <a16:creationId xmlns:a16="http://schemas.microsoft.com/office/drawing/2014/main" id="{D4243908-EBE6-D74B-9B81-D2D458B76874}"/>
              </a:ext>
            </a:extLst>
          </p:cNvPr>
          <p:cNvSpPr/>
          <p:nvPr/>
        </p:nvSpPr>
        <p:spPr>
          <a:xfrm>
            <a:off x="937866" y="5580061"/>
            <a:ext cx="4502989" cy="2156604"/>
          </a:xfrm>
          <a:prstGeom prst="roundRect">
            <a:avLst>
              <a:gd name="adj" fmla="val 23232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526194E7-DE29-A96E-FDA8-40CFCD3F6B45}"/>
              </a:ext>
            </a:extLst>
          </p:cNvPr>
          <p:cNvSpPr/>
          <p:nvPr/>
        </p:nvSpPr>
        <p:spPr>
          <a:xfrm>
            <a:off x="7648155" y="5580061"/>
            <a:ext cx="4502989" cy="2156604"/>
          </a:xfrm>
          <a:prstGeom prst="roundRect">
            <a:avLst>
              <a:gd name="adj" fmla="val 23232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16" name="Скругленный прямоугольник 15">
            <a:extLst>
              <a:ext uri="{FF2B5EF4-FFF2-40B4-BE49-F238E27FC236}">
                <a16:creationId xmlns:a16="http://schemas.microsoft.com/office/drawing/2014/main" id="{1DF6D686-21DA-23E3-2D02-5BE4F58DB73E}"/>
              </a:ext>
            </a:extLst>
          </p:cNvPr>
          <p:cNvSpPr/>
          <p:nvPr/>
        </p:nvSpPr>
        <p:spPr>
          <a:xfrm>
            <a:off x="14358445" y="5580061"/>
            <a:ext cx="4502989" cy="2156604"/>
          </a:xfrm>
          <a:prstGeom prst="roundRect">
            <a:avLst>
              <a:gd name="adj" fmla="val 23232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21" name="Скругленный прямоугольник 20">
            <a:extLst>
              <a:ext uri="{FF2B5EF4-FFF2-40B4-BE49-F238E27FC236}">
                <a16:creationId xmlns:a16="http://schemas.microsoft.com/office/drawing/2014/main" id="{C652039D-D3E9-0FE2-7C76-04F1BDC0CEFA}"/>
              </a:ext>
            </a:extLst>
          </p:cNvPr>
          <p:cNvSpPr/>
          <p:nvPr/>
        </p:nvSpPr>
        <p:spPr>
          <a:xfrm>
            <a:off x="937866" y="7957501"/>
            <a:ext cx="4502989" cy="2156604"/>
          </a:xfrm>
          <a:prstGeom prst="roundRect">
            <a:avLst>
              <a:gd name="adj" fmla="val 23232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26" name="Скругленный прямоугольник 25">
            <a:extLst>
              <a:ext uri="{FF2B5EF4-FFF2-40B4-BE49-F238E27FC236}">
                <a16:creationId xmlns:a16="http://schemas.microsoft.com/office/drawing/2014/main" id="{F8517EF7-A9CB-6060-9B5B-9284F8008B5A}"/>
              </a:ext>
            </a:extLst>
          </p:cNvPr>
          <p:cNvSpPr/>
          <p:nvPr/>
        </p:nvSpPr>
        <p:spPr>
          <a:xfrm>
            <a:off x="7648155" y="7957501"/>
            <a:ext cx="4502989" cy="2156604"/>
          </a:xfrm>
          <a:prstGeom prst="roundRect">
            <a:avLst>
              <a:gd name="adj" fmla="val 23232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31" name="Скругленный прямоугольник 30">
            <a:extLst>
              <a:ext uri="{FF2B5EF4-FFF2-40B4-BE49-F238E27FC236}">
                <a16:creationId xmlns:a16="http://schemas.microsoft.com/office/drawing/2014/main" id="{CF12E7D5-8E67-5FD6-7DFB-40783541066C}"/>
              </a:ext>
            </a:extLst>
          </p:cNvPr>
          <p:cNvSpPr/>
          <p:nvPr/>
        </p:nvSpPr>
        <p:spPr>
          <a:xfrm>
            <a:off x="14358445" y="7957501"/>
            <a:ext cx="4502989" cy="2156604"/>
          </a:xfrm>
          <a:prstGeom prst="roundRect">
            <a:avLst>
              <a:gd name="adj" fmla="val 23232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36" name="Скругленный прямоугольник 35">
            <a:extLst>
              <a:ext uri="{FF2B5EF4-FFF2-40B4-BE49-F238E27FC236}">
                <a16:creationId xmlns:a16="http://schemas.microsoft.com/office/drawing/2014/main" id="{3523BD01-495C-0508-6528-37435F16CD29}"/>
              </a:ext>
            </a:extLst>
          </p:cNvPr>
          <p:cNvSpPr/>
          <p:nvPr/>
        </p:nvSpPr>
        <p:spPr>
          <a:xfrm>
            <a:off x="7648155" y="3216689"/>
            <a:ext cx="4502989" cy="2156604"/>
          </a:xfrm>
          <a:prstGeom prst="roundRect">
            <a:avLst>
              <a:gd name="adj" fmla="val 23232"/>
            </a:avLst>
          </a:prstGeom>
          <a:gradFill>
            <a:gsLst>
              <a:gs pos="0">
                <a:schemeClr val="accent2"/>
              </a:gs>
              <a:gs pos="100000">
                <a:srgbClr val="5D5D5D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41" name="Рисунок 40">
            <a:extLst>
              <a:ext uri="{FF2B5EF4-FFF2-40B4-BE49-F238E27FC236}">
                <a16:creationId xmlns:a16="http://schemas.microsoft.com/office/drawing/2014/main" id="{97CAB214-D26D-6764-37C0-88A38712D837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10922557" y="4131330"/>
            <a:ext cx="982662" cy="982662"/>
          </a:xfrm>
          <a:prstGeom prst="ellipse">
            <a:avLst/>
          </a:prstGeom>
          <a:solidFill>
            <a:schemeClr val="accent3"/>
          </a:solidFill>
        </p:spPr>
        <p:txBody>
          <a:bodyPr anchor="ctr"/>
          <a:lstStyle>
            <a:lvl1pPr algn="ctr">
              <a:defRPr sz="1800"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42" name="Рисунок 40">
            <a:extLst>
              <a:ext uri="{FF2B5EF4-FFF2-40B4-BE49-F238E27FC236}">
                <a16:creationId xmlns:a16="http://schemas.microsoft.com/office/drawing/2014/main" id="{4E271671-026B-BC66-8298-F846D467F56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10922557" y="6524626"/>
            <a:ext cx="982662" cy="982662"/>
          </a:xfrm>
          <a:prstGeom prst="ellipse">
            <a:avLst/>
          </a:prstGeom>
          <a:solidFill>
            <a:schemeClr val="accent3"/>
          </a:solidFill>
        </p:spPr>
        <p:txBody>
          <a:bodyPr anchor="ctr"/>
          <a:lstStyle>
            <a:lvl1pPr algn="ctr">
              <a:defRPr sz="1800"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43" name="Рисунок 40">
            <a:extLst>
              <a:ext uri="{FF2B5EF4-FFF2-40B4-BE49-F238E27FC236}">
                <a16:creationId xmlns:a16="http://schemas.microsoft.com/office/drawing/2014/main" id="{E8008964-7207-DFFA-6167-432E9AD5B683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10922557" y="8910639"/>
            <a:ext cx="982662" cy="982662"/>
          </a:xfrm>
          <a:prstGeom prst="ellipse">
            <a:avLst/>
          </a:prstGeom>
          <a:solidFill>
            <a:schemeClr val="accent3"/>
          </a:solidFill>
        </p:spPr>
        <p:txBody>
          <a:bodyPr anchor="ctr"/>
          <a:lstStyle>
            <a:lvl1pPr algn="ctr">
              <a:defRPr sz="1800"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44" name="Рисунок 40">
            <a:extLst>
              <a:ext uri="{FF2B5EF4-FFF2-40B4-BE49-F238E27FC236}">
                <a16:creationId xmlns:a16="http://schemas.microsoft.com/office/drawing/2014/main" id="{5E4B7693-F81F-64E5-BB12-AAC0176AB5B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207432" y="6524626"/>
            <a:ext cx="982662" cy="982662"/>
          </a:xfrm>
          <a:prstGeom prst="ellipse">
            <a:avLst/>
          </a:prstGeom>
          <a:solidFill>
            <a:schemeClr val="accent3"/>
          </a:solidFill>
        </p:spPr>
        <p:txBody>
          <a:bodyPr anchor="ctr"/>
          <a:lstStyle>
            <a:lvl1pPr algn="ctr">
              <a:defRPr sz="1800"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45" name="Рисунок 40">
            <a:extLst>
              <a:ext uri="{FF2B5EF4-FFF2-40B4-BE49-F238E27FC236}">
                <a16:creationId xmlns:a16="http://schemas.microsoft.com/office/drawing/2014/main" id="{3985D896-4BC0-FE98-0455-E62069DEA7E4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4207432" y="8910639"/>
            <a:ext cx="982662" cy="982662"/>
          </a:xfrm>
          <a:prstGeom prst="ellipse">
            <a:avLst/>
          </a:prstGeom>
          <a:solidFill>
            <a:schemeClr val="accent3"/>
          </a:solidFill>
        </p:spPr>
        <p:txBody>
          <a:bodyPr anchor="ctr"/>
          <a:lstStyle>
            <a:lvl1pPr algn="ctr">
              <a:defRPr sz="1800"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46" name="Рисунок 40">
            <a:extLst>
              <a:ext uri="{FF2B5EF4-FFF2-40B4-BE49-F238E27FC236}">
                <a16:creationId xmlns:a16="http://schemas.microsoft.com/office/drawing/2014/main" id="{AF4B2BA9-A809-F832-C663-0BECDCD7820C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7623395" y="6524626"/>
            <a:ext cx="982662" cy="982662"/>
          </a:xfrm>
          <a:prstGeom prst="ellipse">
            <a:avLst/>
          </a:prstGeom>
          <a:solidFill>
            <a:schemeClr val="accent3"/>
          </a:solidFill>
        </p:spPr>
        <p:txBody>
          <a:bodyPr anchor="ctr"/>
          <a:lstStyle>
            <a:lvl1pPr algn="ctr">
              <a:defRPr sz="1800"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47" name="Рисунок 40">
            <a:extLst>
              <a:ext uri="{FF2B5EF4-FFF2-40B4-BE49-F238E27FC236}">
                <a16:creationId xmlns:a16="http://schemas.microsoft.com/office/drawing/2014/main" id="{923EEA1F-8180-AACE-C114-19FA98CFD422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17623395" y="8910639"/>
            <a:ext cx="982662" cy="982662"/>
          </a:xfrm>
          <a:prstGeom prst="ellipse">
            <a:avLst/>
          </a:prstGeom>
          <a:solidFill>
            <a:schemeClr val="accent3"/>
          </a:solidFill>
        </p:spPr>
        <p:txBody>
          <a:bodyPr anchor="ctr"/>
          <a:lstStyle>
            <a:lvl1pPr algn="ctr">
              <a:defRPr sz="1800"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3" name="Номер слайда">
            <a:extLst>
              <a:ext uri="{FF2B5EF4-FFF2-40B4-BE49-F238E27FC236}">
                <a16:creationId xmlns:a16="http://schemas.microsoft.com/office/drawing/2014/main" id="{0F6424D5-BD53-B501-EFCF-A7094B14AA17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695666479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2" pos="1201" userDrawn="1">
          <p15:clr>
            <a:srgbClr val="FBAE40"/>
          </p15:clr>
        </p15:guide>
        <p15:guide id="23" orient="horz" pos="2426" userDrawn="1">
          <p15:clr>
            <a:srgbClr val="FBAE40"/>
          </p15:clr>
        </p15:guide>
        <p15:guide id="44" orient="horz" pos="4604" userDrawn="1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руктура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0FD00267-5568-1808-9A58-50A7E61510F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-6420"/>
            <a:ext cx="19836000" cy="11157748"/>
          </a:xfrm>
          <a:prstGeom prst="rect">
            <a:avLst/>
          </a:prstGeom>
        </p:spPr>
      </p:pic>
      <p:sp>
        <p:nvSpPr>
          <p:cNvPr id="42" name="Рисунок 3">
            <a:extLst>
              <a:ext uri="{FF2B5EF4-FFF2-40B4-BE49-F238E27FC236}">
                <a16:creationId xmlns:a16="http://schemas.microsoft.com/office/drawing/2014/main" id="{7ADDD9D5-E467-DCAB-F59E-6F8A5FFA3F89}"/>
              </a:ext>
            </a:extLst>
          </p:cNvPr>
          <p:cNvSpPr>
            <a:spLocks noGrp="1" noChangeAspect="1"/>
          </p:cNvSpPr>
          <p:nvPr>
            <p:ph type="pic" sz="quarter" idx="10" hasCustomPrompt="1"/>
          </p:nvPr>
        </p:nvSpPr>
        <p:spPr>
          <a:xfrm>
            <a:off x="10084662" y="1392537"/>
            <a:ext cx="1332000" cy="1332000"/>
          </a:xfrm>
          <a:custGeom>
            <a:avLst/>
            <a:gdLst>
              <a:gd name="connsiteX0" fmla="*/ 685800 w 1371600"/>
              <a:gd name="connsiteY0" fmla="*/ 0 h 1371600"/>
              <a:gd name="connsiteX1" fmla="*/ 1371600 w 1371600"/>
              <a:gd name="connsiteY1" fmla="*/ 685800 h 1371600"/>
              <a:gd name="connsiteX2" fmla="*/ 685800 w 1371600"/>
              <a:gd name="connsiteY2" fmla="*/ 1371600 h 1371600"/>
              <a:gd name="connsiteX3" fmla="*/ 0 w 1371600"/>
              <a:gd name="connsiteY3" fmla="*/ 685800 h 1371600"/>
              <a:gd name="connsiteX4" fmla="*/ 685800 w 1371600"/>
              <a:gd name="connsiteY4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371600">
                <a:moveTo>
                  <a:pt x="685800" y="0"/>
                </a:moveTo>
                <a:cubicBezTo>
                  <a:pt x="1064557" y="0"/>
                  <a:pt x="1371600" y="307043"/>
                  <a:pt x="1371600" y="685800"/>
                </a:cubicBezTo>
                <a:cubicBezTo>
                  <a:pt x="1371600" y="1064557"/>
                  <a:pt x="1064557" y="1371600"/>
                  <a:pt x="685800" y="1371600"/>
                </a:cubicBezTo>
                <a:cubicBezTo>
                  <a:pt x="307043" y="1371600"/>
                  <a:pt x="0" y="1064557"/>
                  <a:pt x="0" y="685800"/>
                </a:cubicBezTo>
                <a:cubicBezTo>
                  <a:pt x="0" y="307043"/>
                  <a:pt x="307043" y="0"/>
                  <a:pt x="685800" y="0"/>
                </a:cubicBezTo>
                <a:close/>
              </a:path>
            </a:pathLst>
          </a:custGeom>
          <a:solidFill>
            <a:schemeClr val="accent5"/>
          </a:solidFill>
        </p:spPr>
        <p:txBody>
          <a:bodyPr anchor="ctr"/>
          <a:lstStyle>
            <a:lvl1pPr algn="ctr">
              <a:defRPr sz="2400"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en-US" dirty="0" err="1"/>
              <a:t>Ф</a:t>
            </a:r>
            <a:r>
              <a:rPr lang="ru-RU" dirty="0"/>
              <a:t>ото</a:t>
            </a:r>
          </a:p>
        </p:txBody>
      </p:sp>
      <p:sp>
        <p:nvSpPr>
          <p:cNvPr id="43" name="Рисунок 4">
            <a:extLst>
              <a:ext uri="{FF2B5EF4-FFF2-40B4-BE49-F238E27FC236}">
                <a16:creationId xmlns:a16="http://schemas.microsoft.com/office/drawing/2014/main" id="{547DBDDA-3E5E-2E2A-CA25-69A84B4606A0}"/>
              </a:ext>
            </a:extLst>
          </p:cNvPr>
          <p:cNvSpPr>
            <a:spLocks noGrp="1" noChangeAspect="1"/>
          </p:cNvSpPr>
          <p:nvPr>
            <p:ph type="pic" sz="quarter" idx="11" hasCustomPrompt="1"/>
          </p:nvPr>
        </p:nvSpPr>
        <p:spPr>
          <a:xfrm>
            <a:off x="5512153" y="3430533"/>
            <a:ext cx="1329253" cy="1332000"/>
          </a:xfrm>
          <a:custGeom>
            <a:avLst/>
            <a:gdLst>
              <a:gd name="connsiteX0" fmla="*/ 685800 w 1371600"/>
              <a:gd name="connsiteY0" fmla="*/ 0 h 1371600"/>
              <a:gd name="connsiteX1" fmla="*/ 1371600 w 1371600"/>
              <a:gd name="connsiteY1" fmla="*/ 685800 h 1371600"/>
              <a:gd name="connsiteX2" fmla="*/ 685800 w 1371600"/>
              <a:gd name="connsiteY2" fmla="*/ 1371600 h 1371600"/>
              <a:gd name="connsiteX3" fmla="*/ 0 w 1371600"/>
              <a:gd name="connsiteY3" fmla="*/ 685800 h 1371600"/>
              <a:gd name="connsiteX4" fmla="*/ 685800 w 1371600"/>
              <a:gd name="connsiteY4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371600">
                <a:moveTo>
                  <a:pt x="685800" y="0"/>
                </a:moveTo>
                <a:cubicBezTo>
                  <a:pt x="1064557" y="0"/>
                  <a:pt x="1371600" y="307043"/>
                  <a:pt x="1371600" y="685800"/>
                </a:cubicBezTo>
                <a:cubicBezTo>
                  <a:pt x="1371600" y="1064557"/>
                  <a:pt x="1064557" y="1371600"/>
                  <a:pt x="685800" y="1371600"/>
                </a:cubicBezTo>
                <a:cubicBezTo>
                  <a:pt x="307043" y="1371600"/>
                  <a:pt x="0" y="1064557"/>
                  <a:pt x="0" y="685800"/>
                </a:cubicBezTo>
                <a:cubicBezTo>
                  <a:pt x="0" y="307043"/>
                  <a:pt x="307043" y="0"/>
                  <a:pt x="685800" y="0"/>
                </a:cubicBezTo>
                <a:close/>
              </a:path>
            </a:pathLst>
          </a:custGeom>
          <a:solidFill>
            <a:schemeClr val="accent5"/>
          </a:solidFill>
        </p:spPr>
        <p:txBody>
          <a:bodyPr anchor="ctr"/>
          <a:lstStyle>
            <a:lvl1pPr algn="ctr"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44" name="Рисунок 5">
            <a:extLst>
              <a:ext uri="{FF2B5EF4-FFF2-40B4-BE49-F238E27FC236}">
                <a16:creationId xmlns:a16="http://schemas.microsoft.com/office/drawing/2014/main" id="{68BEC38C-6C26-D162-9776-6CB9B0E4BD67}"/>
              </a:ext>
            </a:extLst>
          </p:cNvPr>
          <p:cNvSpPr>
            <a:spLocks noGrp="1" noChangeAspect="1"/>
          </p:cNvSpPr>
          <p:nvPr>
            <p:ph type="pic" sz="quarter" idx="12" hasCustomPrompt="1"/>
          </p:nvPr>
        </p:nvSpPr>
        <p:spPr>
          <a:xfrm>
            <a:off x="10087409" y="3430533"/>
            <a:ext cx="1329253" cy="1332000"/>
          </a:xfrm>
          <a:custGeom>
            <a:avLst/>
            <a:gdLst>
              <a:gd name="connsiteX0" fmla="*/ 685800 w 1371600"/>
              <a:gd name="connsiteY0" fmla="*/ 0 h 1371600"/>
              <a:gd name="connsiteX1" fmla="*/ 1371600 w 1371600"/>
              <a:gd name="connsiteY1" fmla="*/ 685800 h 1371600"/>
              <a:gd name="connsiteX2" fmla="*/ 685800 w 1371600"/>
              <a:gd name="connsiteY2" fmla="*/ 1371600 h 1371600"/>
              <a:gd name="connsiteX3" fmla="*/ 0 w 1371600"/>
              <a:gd name="connsiteY3" fmla="*/ 685800 h 1371600"/>
              <a:gd name="connsiteX4" fmla="*/ 685800 w 1371600"/>
              <a:gd name="connsiteY4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371600">
                <a:moveTo>
                  <a:pt x="685800" y="0"/>
                </a:moveTo>
                <a:cubicBezTo>
                  <a:pt x="1064557" y="0"/>
                  <a:pt x="1371600" y="307043"/>
                  <a:pt x="1371600" y="685800"/>
                </a:cubicBezTo>
                <a:cubicBezTo>
                  <a:pt x="1371600" y="1064557"/>
                  <a:pt x="1064557" y="1371600"/>
                  <a:pt x="685800" y="1371600"/>
                </a:cubicBezTo>
                <a:cubicBezTo>
                  <a:pt x="307043" y="1371600"/>
                  <a:pt x="0" y="1064557"/>
                  <a:pt x="0" y="685800"/>
                </a:cubicBezTo>
                <a:cubicBezTo>
                  <a:pt x="0" y="307043"/>
                  <a:pt x="307043" y="0"/>
                  <a:pt x="685800" y="0"/>
                </a:cubicBezTo>
                <a:close/>
              </a:path>
            </a:pathLst>
          </a:custGeom>
          <a:solidFill>
            <a:schemeClr val="accent5"/>
          </a:solidFill>
        </p:spPr>
        <p:txBody>
          <a:bodyPr anchor="ctr"/>
          <a:lstStyle>
            <a:lvl1pPr algn="ctr"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45" name="Рисунок 30">
            <a:extLst>
              <a:ext uri="{FF2B5EF4-FFF2-40B4-BE49-F238E27FC236}">
                <a16:creationId xmlns:a16="http://schemas.microsoft.com/office/drawing/2014/main" id="{6C42DA80-BE83-D5E0-8D52-5405B0A37A27}"/>
              </a:ext>
            </a:extLst>
          </p:cNvPr>
          <p:cNvSpPr>
            <a:spLocks noGrp="1" noChangeAspect="1"/>
          </p:cNvSpPr>
          <p:nvPr>
            <p:ph type="pic" sz="quarter" idx="13" hasCustomPrompt="1"/>
          </p:nvPr>
        </p:nvSpPr>
        <p:spPr>
          <a:xfrm>
            <a:off x="14591911" y="3430533"/>
            <a:ext cx="1329253" cy="1332000"/>
          </a:xfrm>
          <a:custGeom>
            <a:avLst/>
            <a:gdLst>
              <a:gd name="connsiteX0" fmla="*/ 685800 w 1371600"/>
              <a:gd name="connsiteY0" fmla="*/ 0 h 1371600"/>
              <a:gd name="connsiteX1" fmla="*/ 1371600 w 1371600"/>
              <a:gd name="connsiteY1" fmla="*/ 685800 h 1371600"/>
              <a:gd name="connsiteX2" fmla="*/ 685800 w 1371600"/>
              <a:gd name="connsiteY2" fmla="*/ 1371600 h 1371600"/>
              <a:gd name="connsiteX3" fmla="*/ 0 w 1371600"/>
              <a:gd name="connsiteY3" fmla="*/ 685800 h 1371600"/>
              <a:gd name="connsiteX4" fmla="*/ 685800 w 1371600"/>
              <a:gd name="connsiteY4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371600">
                <a:moveTo>
                  <a:pt x="685800" y="0"/>
                </a:moveTo>
                <a:cubicBezTo>
                  <a:pt x="1064557" y="0"/>
                  <a:pt x="1371600" y="307043"/>
                  <a:pt x="1371600" y="685800"/>
                </a:cubicBezTo>
                <a:cubicBezTo>
                  <a:pt x="1371600" y="1064557"/>
                  <a:pt x="1064557" y="1371600"/>
                  <a:pt x="685800" y="1371600"/>
                </a:cubicBezTo>
                <a:cubicBezTo>
                  <a:pt x="307043" y="1371600"/>
                  <a:pt x="0" y="1064557"/>
                  <a:pt x="0" y="685800"/>
                </a:cubicBezTo>
                <a:cubicBezTo>
                  <a:pt x="0" y="307043"/>
                  <a:pt x="307043" y="0"/>
                  <a:pt x="685800" y="0"/>
                </a:cubicBezTo>
                <a:close/>
              </a:path>
            </a:pathLst>
          </a:custGeom>
          <a:solidFill>
            <a:schemeClr val="accent5"/>
          </a:solidFill>
        </p:spPr>
        <p:txBody>
          <a:bodyPr anchor="ctr"/>
          <a:lstStyle>
            <a:lvl1pPr algn="ctr"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46" name="Рисунок 31">
            <a:extLst>
              <a:ext uri="{FF2B5EF4-FFF2-40B4-BE49-F238E27FC236}">
                <a16:creationId xmlns:a16="http://schemas.microsoft.com/office/drawing/2014/main" id="{870F61A5-CF3B-2E6C-40A1-0A664B10706F}"/>
              </a:ext>
            </a:extLst>
          </p:cNvPr>
          <p:cNvSpPr>
            <a:spLocks noGrp="1" noChangeAspect="1"/>
          </p:cNvSpPr>
          <p:nvPr>
            <p:ph type="pic" sz="quarter" idx="14" hasCustomPrompt="1"/>
          </p:nvPr>
        </p:nvSpPr>
        <p:spPr>
          <a:xfrm>
            <a:off x="6455346" y="5138736"/>
            <a:ext cx="1329253" cy="1332000"/>
          </a:xfrm>
          <a:custGeom>
            <a:avLst/>
            <a:gdLst>
              <a:gd name="connsiteX0" fmla="*/ 685800 w 1371600"/>
              <a:gd name="connsiteY0" fmla="*/ 0 h 1371600"/>
              <a:gd name="connsiteX1" fmla="*/ 1371600 w 1371600"/>
              <a:gd name="connsiteY1" fmla="*/ 685800 h 1371600"/>
              <a:gd name="connsiteX2" fmla="*/ 685800 w 1371600"/>
              <a:gd name="connsiteY2" fmla="*/ 1371600 h 1371600"/>
              <a:gd name="connsiteX3" fmla="*/ 0 w 1371600"/>
              <a:gd name="connsiteY3" fmla="*/ 685800 h 1371600"/>
              <a:gd name="connsiteX4" fmla="*/ 685800 w 1371600"/>
              <a:gd name="connsiteY4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371600">
                <a:moveTo>
                  <a:pt x="685800" y="0"/>
                </a:moveTo>
                <a:cubicBezTo>
                  <a:pt x="1064557" y="0"/>
                  <a:pt x="1371600" y="307043"/>
                  <a:pt x="1371600" y="685800"/>
                </a:cubicBezTo>
                <a:cubicBezTo>
                  <a:pt x="1371600" y="1064557"/>
                  <a:pt x="1064557" y="1371600"/>
                  <a:pt x="685800" y="1371600"/>
                </a:cubicBezTo>
                <a:cubicBezTo>
                  <a:pt x="307043" y="1371600"/>
                  <a:pt x="0" y="1064557"/>
                  <a:pt x="0" y="685800"/>
                </a:cubicBezTo>
                <a:cubicBezTo>
                  <a:pt x="0" y="307043"/>
                  <a:pt x="307043" y="0"/>
                  <a:pt x="685800" y="0"/>
                </a:cubicBezTo>
                <a:close/>
              </a:path>
            </a:pathLst>
          </a:custGeom>
          <a:solidFill>
            <a:schemeClr val="accent5"/>
          </a:solidFill>
        </p:spPr>
        <p:txBody>
          <a:bodyPr anchor="ctr"/>
          <a:lstStyle>
            <a:lvl1pPr algn="ctr"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47" name="Рисунок 32">
            <a:extLst>
              <a:ext uri="{FF2B5EF4-FFF2-40B4-BE49-F238E27FC236}">
                <a16:creationId xmlns:a16="http://schemas.microsoft.com/office/drawing/2014/main" id="{4AC76CDA-79C5-A6DB-DBD5-E05F8652ABDF}"/>
              </a:ext>
            </a:extLst>
          </p:cNvPr>
          <p:cNvSpPr>
            <a:spLocks noGrp="1" noChangeAspect="1"/>
          </p:cNvSpPr>
          <p:nvPr>
            <p:ph type="pic" sz="quarter" idx="15" hasCustomPrompt="1"/>
          </p:nvPr>
        </p:nvSpPr>
        <p:spPr>
          <a:xfrm>
            <a:off x="11021306" y="5138736"/>
            <a:ext cx="1329253" cy="1332000"/>
          </a:xfrm>
          <a:custGeom>
            <a:avLst/>
            <a:gdLst>
              <a:gd name="connsiteX0" fmla="*/ 685800 w 1371600"/>
              <a:gd name="connsiteY0" fmla="*/ 0 h 1371600"/>
              <a:gd name="connsiteX1" fmla="*/ 1371600 w 1371600"/>
              <a:gd name="connsiteY1" fmla="*/ 685800 h 1371600"/>
              <a:gd name="connsiteX2" fmla="*/ 685800 w 1371600"/>
              <a:gd name="connsiteY2" fmla="*/ 1371600 h 1371600"/>
              <a:gd name="connsiteX3" fmla="*/ 0 w 1371600"/>
              <a:gd name="connsiteY3" fmla="*/ 685800 h 1371600"/>
              <a:gd name="connsiteX4" fmla="*/ 685800 w 1371600"/>
              <a:gd name="connsiteY4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371600">
                <a:moveTo>
                  <a:pt x="685800" y="0"/>
                </a:moveTo>
                <a:cubicBezTo>
                  <a:pt x="1064557" y="0"/>
                  <a:pt x="1371600" y="307043"/>
                  <a:pt x="1371600" y="685800"/>
                </a:cubicBezTo>
                <a:cubicBezTo>
                  <a:pt x="1371600" y="1064557"/>
                  <a:pt x="1064557" y="1371600"/>
                  <a:pt x="685800" y="1371600"/>
                </a:cubicBezTo>
                <a:cubicBezTo>
                  <a:pt x="307043" y="1371600"/>
                  <a:pt x="0" y="1064557"/>
                  <a:pt x="0" y="685800"/>
                </a:cubicBezTo>
                <a:cubicBezTo>
                  <a:pt x="0" y="307043"/>
                  <a:pt x="307043" y="0"/>
                  <a:pt x="685800" y="0"/>
                </a:cubicBezTo>
                <a:close/>
              </a:path>
            </a:pathLst>
          </a:custGeom>
          <a:solidFill>
            <a:schemeClr val="accent5"/>
          </a:solidFill>
        </p:spPr>
        <p:txBody>
          <a:bodyPr anchor="ctr"/>
          <a:lstStyle>
            <a:lvl1pPr algn="ctr"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48" name="Рисунок 33">
            <a:extLst>
              <a:ext uri="{FF2B5EF4-FFF2-40B4-BE49-F238E27FC236}">
                <a16:creationId xmlns:a16="http://schemas.microsoft.com/office/drawing/2014/main" id="{4FAB1FFA-D21B-3AC7-A1F0-371662B3291C}"/>
              </a:ext>
            </a:extLst>
          </p:cNvPr>
          <p:cNvSpPr>
            <a:spLocks noGrp="1" noChangeAspect="1"/>
          </p:cNvSpPr>
          <p:nvPr>
            <p:ph type="pic" sz="quarter" idx="16" hasCustomPrompt="1"/>
          </p:nvPr>
        </p:nvSpPr>
        <p:spPr>
          <a:xfrm>
            <a:off x="15589437" y="5138736"/>
            <a:ext cx="1329253" cy="1332000"/>
          </a:xfrm>
          <a:custGeom>
            <a:avLst/>
            <a:gdLst>
              <a:gd name="connsiteX0" fmla="*/ 685800 w 1371600"/>
              <a:gd name="connsiteY0" fmla="*/ 0 h 1371600"/>
              <a:gd name="connsiteX1" fmla="*/ 1371600 w 1371600"/>
              <a:gd name="connsiteY1" fmla="*/ 685800 h 1371600"/>
              <a:gd name="connsiteX2" fmla="*/ 685800 w 1371600"/>
              <a:gd name="connsiteY2" fmla="*/ 1371600 h 1371600"/>
              <a:gd name="connsiteX3" fmla="*/ 0 w 1371600"/>
              <a:gd name="connsiteY3" fmla="*/ 685800 h 1371600"/>
              <a:gd name="connsiteX4" fmla="*/ 685800 w 1371600"/>
              <a:gd name="connsiteY4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371600">
                <a:moveTo>
                  <a:pt x="685800" y="0"/>
                </a:moveTo>
                <a:cubicBezTo>
                  <a:pt x="1064557" y="0"/>
                  <a:pt x="1371600" y="307043"/>
                  <a:pt x="1371600" y="685800"/>
                </a:cubicBezTo>
                <a:cubicBezTo>
                  <a:pt x="1371600" y="1064557"/>
                  <a:pt x="1064557" y="1371600"/>
                  <a:pt x="685800" y="1371600"/>
                </a:cubicBezTo>
                <a:cubicBezTo>
                  <a:pt x="307043" y="1371600"/>
                  <a:pt x="0" y="1064557"/>
                  <a:pt x="0" y="685800"/>
                </a:cubicBezTo>
                <a:cubicBezTo>
                  <a:pt x="0" y="307043"/>
                  <a:pt x="307043" y="0"/>
                  <a:pt x="685800" y="0"/>
                </a:cubicBezTo>
                <a:close/>
              </a:path>
            </a:pathLst>
          </a:custGeom>
          <a:solidFill>
            <a:schemeClr val="accent5"/>
          </a:solidFill>
        </p:spPr>
        <p:txBody>
          <a:bodyPr anchor="ctr"/>
          <a:lstStyle>
            <a:lvl1pPr algn="ctr"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49" name="Рисунок 34">
            <a:extLst>
              <a:ext uri="{FF2B5EF4-FFF2-40B4-BE49-F238E27FC236}">
                <a16:creationId xmlns:a16="http://schemas.microsoft.com/office/drawing/2014/main" id="{ABA1AF5F-8612-0C40-322D-391C28D2DDD9}"/>
              </a:ext>
            </a:extLst>
          </p:cNvPr>
          <p:cNvSpPr>
            <a:spLocks noGrp="1" noChangeAspect="1"/>
          </p:cNvSpPr>
          <p:nvPr>
            <p:ph type="pic" sz="quarter" idx="17" hasCustomPrompt="1"/>
          </p:nvPr>
        </p:nvSpPr>
        <p:spPr>
          <a:xfrm>
            <a:off x="6463772" y="6791036"/>
            <a:ext cx="1329253" cy="1332000"/>
          </a:xfrm>
          <a:custGeom>
            <a:avLst/>
            <a:gdLst>
              <a:gd name="connsiteX0" fmla="*/ 685800 w 1371600"/>
              <a:gd name="connsiteY0" fmla="*/ 0 h 1371600"/>
              <a:gd name="connsiteX1" fmla="*/ 1371600 w 1371600"/>
              <a:gd name="connsiteY1" fmla="*/ 685800 h 1371600"/>
              <a:gd name="connsiteX2" fmla="*/ 685800 w 1371600"/>
              <a:gd name="connsiteY2" fmla="*/ 1371600 h 1371600"/>
              <a:gd name="connsiteX3" fmla="*/ 0 w 1371600"/>
              <a:gd name="connsiteY3" fmla="*/ 685800 h 1371600"/>
              <a:gd name="connsiteX4" fmla="*/ 685800 w 1371600"/>
              <a:gd name="connsiteY4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371600">
                <a:moveTo>
                  <a:pt x="685800" y="0"/>
                </a:moveTo>
                <a:cubicBezTo>
                  <a:pt x="1064557" y="0"/>
                  <a:pt x="1371600" y="307043"/>
                  <a:pt x="1371600" y="685800"/>
                </a:cubicBezTo>
                <a:cubicBezTo>
                  <a:pt x="1371600" y="1064557"/>
                  <a:pt x="1064557" y="1371600"/>
                  <a:pt x="685800" y="1371600"/>
                </a:cubicBezTo>
                <a:cubicBezTo>
                  <a:pt x="307043" y="1371600"/>
                  <a:pt x="0" y="1064557"/>
                  <a:pt x="0" y="685800"/>
                </a:cubicBezTo>
                <a:cubicBezTo>
                  <a:pt x="0" y="307043"/>
                  <a:pt x="307043" y="0"/>
                  <a:pt x="685800" y="0"/>
                </a:cubicBezTo>
                <a:close/>
              </a:path>
            </a:pathLst>
          </a:custGeom>
          <a:solidFill>
            <a:schemeClr val="accent5"/>
          </a:solidFill>
        </p:spPr>
        <p:txBody>
          <a:bodyPr anchor="ctr"/>
          <a:lstStyle>
            <a:lvl1pPr algn="ctr"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50" name="Рисунок 35">
            <a:extLst>
              <a:ext uri="{FF2B5EF4-FFF2-40B4-BE49-F238E27FC236}">
                <a16:creationId xmlns:a16="http://schemas.microsoft.com/office/drawing/2014/main" id="{2D939B1D-098B-DEB9-E778-BA6A389EACE1}"/>
              </a:ext>
            </a:extLst>
          </p:cNvPr>
          <p:cNvSpPr>
            <a:spLocks noGrp="1" noChangeAspect="1"/>
          </p:cNvSpPr>
          <p:nvPr>
            <p:ph type="pic" sz="quarter" idx="18" hasCustomPrompt="1"/>
          </p:nvPr>
        </p:nvSpPr>
        <p:spPr>
          <a:xfrm>
            <a:off x="11021306" y="6791036"/>
            <a:ext cx="1329253" cy="1332000"/>
          </a:xfrm>
          <a:custGeom>
            <a:avLst/>
            <a:gdLst>
              <a:gd name="connsiteX0" fmla="*/ 685800 w 1371600"/>
              <a:gd name="connsiteY0" fmla="*/ 0 h 1371600"/>
              <a:gd name="connsiteX1" fmla="*/ 1371600 w 1371600"/>
              <a:gd name="connsiteY1" fmla="*/ 685800 h 1371600"/>
              <a:gd name="connsiteX2" fmla="*/ 685800 w 1371600"/>
              <a:gd name="connsiteY2" fmla="*/ 1371600 h 1371600"/>
              <a:gd name="connsiteX3" fmla="*/ 0 w 1371600"/>
              <a:gd name="connsiteY3" fmla="*/ 685800 h 1371600"/>
              <a:gd name="connsiteX4" fmla="*/ 685800 w 1371600"/>
              <a:gd name="connsiteY4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371600">
                <a:moveTo>
                  <a:pt x="685800" y="0"/>
                </a:moveTo>
                <a:cubicBezTo>
                  <a:pt x="1064557" y="0"/>
                  <a:pt x="1371600" y="307043"/>
                  <a:pt x="1371600" y="685800"/>
                </a:cubicBezTo>
                <a:cubicBezTo>
                  <a:pt x="1371600" y="1064557"/>
                  <a:pt x="1064557" y="1371600"/>
                  <a:pt x="685800" y="1371600"/>
                </a:cubicBezTo>
                <a:cubicBezTo>
                  <a:pt x="307043" y="1371600"/>
                  <a:pt x="0" y="1064557"/>
                  <a:pt x="0" y="685800"/>
                </a:cubicBezTo>
                <a:cubicBezTo>
                  <a:pt x="0" y="307043"/>
                  <a:pt x="307043" y="0"/>
                  <a:pt x="685800" y="0"/>
                </a:cubicBezTo>
                <a:close/>
              </a:path>
            </a:pathLst>
          </a:custGeom>
          <a:solidFill>
            <a:schemeClr val="accent5"/>
          </a:solidFill>
        </p:spPr>
        <p:txBody>
          <a:bodyPr anchor="ctr"/>
          <a:lstStyle>
            <a:lvl1pPr algn="ctr"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51" name="Рисунок 36">
            <a:extLst>
              <a:ext uri="{FF2B5EF4-FFF2-40B4-BE49-F238E27FC236}">
                <a16:creationId xmlns:a16="http://schemas.microsoft.com/office/drawing/2014/main" id="{02B9D7DE-05FA-09CF-FF40-CD53D77312E8}"/>
              </a:ext>
            </a:extLst>
          </p:cNvPr>
          <p:cNvSpPr>
            <a:spLocks noGrp="1" noChangeAspect="1"/>
          </p:cNvSpPr>
          <p:nvPr>
            <p:ph type="pic" sz="quarter" idx="19" hasCustomPrompt="1"/>
          </p:nvPr>
        </p:nvSpPr>
        <p:spPr>
          <a:xfrm>
            <a:off x="15588542" y="6791036"/>
            <a:ext cx="1329253" cy="1332000"/>
          </a:xfrm>
          <a:custGeom>
            <a:avLst/>
            <a:gdLst>
              <a:gd name="connsiteX0" fmla="*/ 685800 w 1371600"/>
              <a:gd name="connsiteY0" fmla="*/ 0 h 1371600"/>
              <a:gd name="connsiteX1" fmla="*/ 1371600 w 1371600"/>
              <a:gd name="connsiteY1" fmla="*/ 685800 h 1371600"/>
              <a:gd name="connsiteX2" fmla="*/ 685800 w 1371600"/>
              <a:gd name="connsiteY2" fmla="*/ 1371600 h 1371600"/>
              <a:gd name="connsiteX3" fmla="*/ 0 w 1371600"/>
              <a:gd name="connsiteY3" fmla="*/ 685800 h 1371600"/>
              <a:gd name="connsiteX4" fmla="*/ 685800 w 1371600"/>
              <a:gd name="connsiteY4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371600">
                <a:moveTo>
                  <a:pt x="685800" y="0"/>
                </a:moveTo>
                <a:cubicBezTo>
                  <a:pt x="1064557" y="0"/>
                  <a:pt x="1371600" y="307043"/>
                  <a:pt x="1371600" y="685800"/>
                </a:cubicBezTo>
                <a:cubicBezTo>
                  <a:pt x="1371600" y="1064557"/>
                  <a:pt x="1064557" y="1371600"/>
                  <a:pt x="685800" y="1371600"/>
                </a:cubicBezTo>
                <a:cubicBezTo>
                  <a:pt x="307043" y="1371600"/>
                  <a:pt x="0" y="1064557"/>
                  <a:pt x="0" y="685800"/>
                </a:cubicBezTo>
                <a:cubicBezTo>
                  <a:pt x="0" y="307043"/>
                  <a:pt x="307043" y="0"/>
                  <a:pt x="685800" y="0"/>
                </a:cubicBezTo>
                <a:close/>
              </a:path>
            </a:pathLst>
          </a:custGeom>
          <a:solidFill>
            <a:schemeClr val="accent5"/>
          </a:solidFill>
        </p:spPr>
        <p:txBody>
          <a:bodyPr anchor="ctr"/>
          <a:lstStyle>
            <a:lvl1pPr algn="ctr"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52" name="Рисунок 37">
            <a:extLst>
              <a:ext uri="{FF2B5EF4-FFF2-40B4-BE49-F238E27FC236}">
                <a16:creationId xmlns:a16="http://schemas.microsoft.com/office/drawing/2014/main" id="{8054396C-013F-A853-A3BA-AA5324B50A69}"/>
              </a:ext>
            </a:extLst>
          </p:cNvPr>
          <p:cNvSpPr>
            <a:spLocks noGrp="1" noChangeAspect="1"/>
          </p:cNvSpPr>
          <p:nvPr>
            <p:ph type="pic" sz="quarter" idx="20" hasCustomPrompt="1"/>
          </p:nvPr>
        </p:nvSpPr>
        <p:spPr>
          <a:xfrm>
            <a:off x="6463772" y="8441153"/>
            <a:ext cx="1329253" cy="1332000"/>
          </a:xfrm>
          <a:custGeom>
            <a:avLst/>
            <a:gdLst>
              <a:gd name="connsiteX0" fmla="*/ 685800 w 1371600"/>
              <a:gd name="connsiteY0" fmla="*/ 0 h 1371600"/>
              <a:gd name="connsiteX1" fmla="*/ 1371600 w 1371600"/>
              <a:gd name="connsiteY1" fmla="*/ 685800 h 1371600"/>
              <a:gd name="connsiteX2" fmla="*/ 685800 w 1371600"/>
              <a:gd name="connsiteY2" fmla="*/ 1371600 h 1371600"/>
              <a:gd name="connsiteX3" fmla="*/ 0 w 1371600"/>
              <a:gd name="connsiteY3" fmla="*/ 685800 h 1371600"/>
              <a:gd name="connsiteX4" fmla="*/ 685800 w 1371600"/>
              <a:gd name="connsiteY4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371600">
                <a:moveTo>
                  <a:pt x="685800" y="0"/>
                </a:moveTo>
                <a:cubicBezTo>
                  <a:pt x="1064557" y="0"/>
                  <a:pt x="1371600" y="307043"/>
                  <a:pt x="1371600" y="685800"/>
                </a:cubicBezTo>
                <a:cubicBezTo>
                  <a:pt x="1371600" y="1064557"/>
                  <a:pt x="1064557" y="1371600"/>
                  <a:pt x="685800" y="1371600"/>
                </a:cubicBezTo>
                <a:cubicBezTo>
                  <a:pt x="307043" y="1371600"/>
                  <a:pt x="0" y="1064557"/>
                  <a:pt x="0" y="685800"/>
                </a:cubicBezTo>
                <a:cubicBezTo>
                  <a:pt x="0" y="307043"/>
                  <a:pt x="307043" y="0"/>
                  <a:pt x="685800" y="0"/>
                </a:cubicBezTo>
                <a:close/>
              </a:path>
            </a:pathLst>
          </a:custGeom>
          <a:solidFill>
            <a:schemeClr val="accent5"/>
          </a:solidFill>
        </p:spPr>
        <p:txBody>
          <a:bodyPr anchor="ctr"/>
          <a:lstStyle>
            <a:lvl1pPr algn="ctr"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53" name="Рисунок 38">
            <a:extLst>
              <a:ext uri="{FF2B5EF4-FFF2-40B4-BE49-F238E27FC236}">
                <a16:creationId xmlns:a16="http://schemas.microsoft.com/office/drawing/2014/main" id="{A044A316-30D4-CB52-3155-96A211343633}"/>
              </a:ext>
            </a:extLst>
          </p:cNvPr>
          <p:cNvSpPr>
            <a:spLocks noGrp="1" noChangeAspect="1"/>
          </p:cNvSpPr>
          <p:nvPr>
            <p:ph type="pic" sz="quarter" idx="21" hasCustomPrompt="1"/>
          </p:nvPr>
        </p:nvSpPr>
        <p:spPr>
          <a:xfrm>
            <a:off x="11026533" y="8441153"/>
            <a:ext cx="1329253" cy="1332000"/>
          </a:xfrm>
          <a:custGeom>
            <a:avLst/>
            <a:gdLst>
              <a:gd name="connsiteX0" fmla="*/ 685800 w 1371600"/>
              <a:gd name="connsiteY0" fmla="*/ 0 h 1371600"/>
              <a:gd name="connsiteX1" fmla="*/ 1371600 w 1371600"/>
              <a:gd name="connsiteY1" fmla="*/ 685800 h 1371600"/>
              <a:gd name="connsiteX2" fmla="*/ 685800 w 1371600"/>
              <a:gd name="connsiteY2" fmla="*/ 1371600 h 1371600"/>
              <a:gd name="connsiteX3" fmla="*/ 0 w 1371600"/>
              <a:gd name="connsiteY3" fmla="*/ 685800 h 1371600"/>
              <a:gd name="connsiteX4" fmla="*/ 685800 w 1371600"/>
              <a:gd name="connsiteY4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371600">
                <a:moveTo>
                  <a:pt x="685800" y="0"/>
                </a:moveTo>
                <a:cubicBezTo>
                  <a:pt x="1064557" y="0"/>
                  <a:pt x="1371600" y="307043"/>
                  <a:pt x="1371600" y="685800"/>
                </a:cubicBezTo>
                <a:cubicBezTo>
                  <a:pt x="1371600" y="1064557"/>
                  <a:pt x="1064557" y="1371600"/>
                  <a:pt x="685800" y="1371600"/>
                </a:cubicBezTo>
                <a:cubicBezTo>
                  <a:pt x="307043" y="1371600"/>
                  <a:pt x="0" y="1064557"/>
                  <a:pt x="0" y="685800"/>
                </a:cubicBezTo>
                <a:cubicBezTo>
                  <a:pt x="0" y="307043"/>
                  <a:pt x="307043" y="0"/>
                  <a:pt x="685800" y="0"/>
                </a:cubicBezTo>
                <a:close/>
              </a:path>
            </a:pathLst>
          </a:custGeom>
          <a:solidFill>
            <a:schemeClr val="accent5"/>
          </a:solidFill>
        </p:spPr>
        <p:txBody>
          <a:bodyPr anchor="ctr"/>
          <a:lstStyle>
            <a:lvl1pPr algn="ctr"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54" name="Рисунок 39">
            <a:extLst>
              <a:ext uri="{FF2B5EF4-FFF2-40B4-BE49-F238E27FC236}">
                <a16:creationId xmlns:a16="http://schemas.microsoft.com/office/drawing/2014/main" id="{89AE198D-E9CE-6294-4035-0F86E63F6B92}"/>
              </a:ext>
            </a:extLst>
          </p:cNvPr>
          <p:cNvSpPr>
            <a:spLocks noGrp="1" noChangeAspect="1"/>
          </p:cNvSpPr>
          <p:nvPr>
            <p:ph type="pic" sz="quarter" idx="22" hasCustomPrompt="1"/>
          </p:nvPr>
        </p:nvSpPr>
        <p:spPr>
          <a:xfrm>
            <a:off x="15593402" y="8441153"/>
            <a:ext cx="1329253" cy="1332000"/>
          </a:xfrm>
          <a:custGeom>
            <a:avLst/>
            <a:gdLst>
              <a:gd name="connsiteX0" fmla="*/ 685800 w 1371600"/>
              <a:gd name="connsiteY0" fmla="*/ 0 h 1371600"/>
              <a:gd name="connsiteX1" fmla="*/ 1371600 w 1371600"/>
              <a:gd name="connsiteY1" fmla="*/ 685800 h 1371600"/>
              <a:gd name="connsiteX2" fmla="*/ 685800 w 1371600"/>
              <a:gd name="connsiteY2" fmla="*/ 1371600 h 1371600"/>
              <a:gd name="connsiteX3" fmla="*/ 0 w 1371600"/>
              <a:gd name="connsiteY3" fmla="*/ 685800 h 1371600"/>
              <a:gd name="connsiteX4" fmla="*/ 685800 w 1371600"/>
              <a:gd name="connsiteY4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371600">
                <a:moveTo>
                  <a:pt x="685800" y="0"/>
                </a:moveTo>
                <a:cubicBezTo>
                  <a:pt x="1064557" y="0"/>
                  <a:pt x="1371600" y="307043"/>
                  <a:pt x="1371600" y="685800"/>
                </a:cubicBezTo>
                <a:cubicBezTo>
                  <a:pt x="1371600" y="1064557"/>
                  <a:pt x="1064557" y="1371600"/>
                  <a:pt x="685800" y="1371600"/>
                </a:cubicBezTo>
                <a:cubicBezTo>
                  <a:pt x="307043" y="1371600"/>
                  <a:pt x="0" y="1064557"/>
                  <a:pt x="0" y="685800"/>
                </a:cubicBezTo>
                <a:cubicBezTo>
                  <a:pt x="0" y="307043"/>
                  <a:pt x="307043" y="0"/>
                  <a:pt x="685800" y="0"/>
                </a:cubicBezTo>
                <a:close/>
              </a:path>
            </a:pathLst>
          </a:custGeom>
          <a:solidFill>
            <a:schemeClr val="accent5"/>
          </a:solidFill>
        </p:spPr>
        <p:txBody>
          <a:bodyPr anchor="ctr"/>
          <a:lstStyle>
            <a:lvl1pPr algn="ctr"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4" name="Номер слайда">
            <a:extLst>
              <a:ext uri="{FF2B5EF4-FFF2-40B4-BE49-F238E27FC236}">
                <a16:creationId xmlns:a16="http://schemas.microsoft.com/office/drawing/2014/main" id="{D2F7E8D1-0C8D-E16D-7364-33B86D9E0054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solidFill>
                  <a:schemeClr val="accent6"/>
                </a:solidFill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495133998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2" pos="1201" userDrawn="1">
          <p15:clr>
            <a:srgbClr val="FBAE40"/>
          </p15:clr>
        </p15:guide>
        <p15:guide id="23" orient="horz" pos="2426" userDrawn="1">
          <p15:clr>
            <a:srgbClr val="FBAE40"/>
          </p15:clr>
        </p15:guide>
        <p15:guide id="44" orient="horz" pos="4604" userDrawn="1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блока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Скругленный прямоугольник 2">
            <a:extLst>
              <a:ext uri="{FF2B5EF4-FFF2-40B4-BE49-F238E27FC236}">
                <a16:creationId xmlns:a16="http://schemas.microsoft.com/office/drawing/2014/main" id="{382C3434-EFE4-F51F-9AE1-64EBE00259DC}"/>
              </a:ext>
            </a:extLst>
          </p:cNvPr>
          <p:cNvSpPr/>
          <p:nvPr userDrawn="1"/>
        </p:nvSpPr>
        <p:spPr>
          <a:xfrm>
            <a:off x="13139738" y="2303463"/>
            <a:ext cx="6048375" cy="8208962"/>
          </a:xfrm>
          <a:prstGeom prst="roundRect">
            <a:avLst>
              <a:gd name="adj" fmla="val 8724"/>
            </a:avLst>
          </a:prstGeom>
          <a:solidFill>
            <a:srgbClr val="FFEE9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BCEEFC11-EC7F-6F06-8CC9-21907FC31E3D}"/>
              </a:ext>
            </a:extLst>
          </p:cNvPr>
          <p:cNvSpPr/>
          <p:nvPr userDrawn="1"/>
        </p:nvSpPr>
        <p:spPr>
          <a:xfrm>
            <a:off x="6862924" y="2303463"/>
            <a:ext cx="6048375" cy="8208962"/>
          </a:xfrm>
          <a:prstGeom prst="roundRect">
            <a:avLst>
              <a:gd name="adj" fmla="val 8724"/>
            </a:avLst>
          </a:prstGeom>
          <a:solidFill>
            <a:schemeClr val="accent5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5" name="Прямоугольник с двумя скругленными противолежащими углами 4">
            <a:extLst>
              <a:ext uri="{FF2B5EF4-FFF2-40B4-BE49-F238E27FC236}">
                <a16:creationId xmlns:a16="http://schemas.microsoft.com/office/drawing/2014/main" id="{D1EB7F91-FCBF-EE1C-C214-42C317A25CED}"/>
              </a:ext>
            </a:extLst>
          </p:cNvPr>
          <p:cNvSpPr/>
          <p:nvPr userDrawn="1"/>
        </p:nvSpPr>
        <p:spPr>
          <a:xfrm>
            <a:off x="13152277" y="647700"/>
            <a:ext cx="6035836" cy="1403350"/>
          </a:xfrm>
          <a:prstGeom prst="round2DiagRect">
            <a:avLst>
              <a:gd name="adj1" fmla="val 40963"/>
              <a:gd name="adj2" fmla="val 0"/>
            </a:avLst>
          </a:prstGeom>
          <a:gradFill>
            <a:gsLst>
              <a:gs pos="0">
                <a:schemeClr val="accent1"/>
              </a:gs>
              <a:gs pos="100000">
                <a:srgbClr val="FFE560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6" name="Прямоугольник с двумя скругленными противолежащими углами 5">
            <a:extLst>
              <a:ext uri="{FF2B5EF4-FFF2-40B4-BE49-F238E27FC236}">
                <a16:creationId xmlns:a16="http://schemas.microsoft.com/office/drawing/2014/main" id="{B8F5289F-6DB6-1170-1BED-E70EA0DCBD7B}"/>
              </a:ext>
            </a:extLst>
          </p:cNvPr>
          <p:cNvSpPr/>
          <p:nvPr userDrawn="1"/>
        </p:nvSpPr>
        <p:spPr>
          <a:xfrm>
            <a:off x="6875463" y="647700"/>
            <a:ext cx="6035836" cy="1403350"/>
          </a:xfrm>
          <a:prstGeom prst="round2DiagRect">
            <a:avLst>
              <a:gd name="adj1" fmla="val 40963"/>
              <a:gd name="adj2" fmla="val 0"/>
            </a:avLst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7" name="Номер слайда">
            <a:extLst>
              <a:ext uri="{FF2B5EF4-FFF2-40B4-BE49-F238E27FC236}">
                <a16:creationId xmlns:a16="http://schemas.microsoft.com/office/drawing/2014/main" id="{AB84011A-5000-94AF-6126-274410909834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660386962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8" pos="4331" userDrawn="1">
          <p15:clr>
            <a:srgbClr val="FBAE40"/>
          </p15:clr>
        </p15:guide>
        <p15:guide id="15" pos="8118" userDrawn="1">
          <p15:clr>
            <a:srgbClr val="FBAE40"/>
          </p15:clr>
        </p15:guide>
        <p15:guide id="16" pos="8277" userDrawn="1">
          <p15:clr>
            <a:srgbClr val="FBAE40"/>
          </p15:clr>
        </p15:guide>
        <p15:guide id="20" pos="4626" userDrawn="1">
          <p15:clr>
            <a:srgbClr val="FBAE40"/>
          </p15:clr>
        </p15:guide>
        <p15:guide id="21" pos="8617" userDrawn="1">
          <p15:clr>
            <a:srgbClr val="FBAE40"/>
          </p15:clr>
        </p15:guide>
        <p15:guide id="25" orient="horz" pos="1292" userDrawn="1">
          <p15:clr>
            <a:srgbClr val="FBAE40"/>
          </p15:clr>
        </p15:guide>
        <p15:guide id="26" orient="horz" pos="1451" userDrawn="1">
          <p15:clr>
            <a:srgbClr val="FBAE40"/>
          </p15:clr>
        </p15:guide>
        <p15:guide id="27" pos="7801" userDrawn="1">
          <p15:clr>
            <a:srgbClr val="FBAE40"/>
          </p15:clr>
        </p15:guide>
        <p15:guide id="28" pos="11793" userDrawn="1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2 блока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Скругленный прямоугольник 2">
            <a:extLst>
              <a:ext uri="{FF2B5EF4-FFF2-40B4-BE49-F238E27FC236}">
                <a16:creationId xmlns:a16="http://schemas.microsoft.com/office/drawing/2014/main" id="{382C3434-EFE4-F51F-9AE1-64EBE00259DC}"/>
              </a:ext>
            </a:extLst>
          </p:cNvPr>
          <p:cNvSpPr/>
          <p:nvPr userDrawn="1"/>
        </p:nvSpPr>
        <p:spPr>
          <a:xfrm>
            <a:off x="13139738" y="2303463"/>
            <a:ext cx="6048375" cy="8208962"/>
          </a:xfrm>
          <a:prstGeom prst="roundRect">
            <a:avLst>
              <a:gd name="adj" fmla="val 8724"/>
            </a:avLst>
          </a:prstGeom>
          <a:gradFill>
            <a:gsLst>
              <a:gs pos="25000">
                <a:srgbClr val="FFC0A3">
                  <a:alpha val="50000"/>
                </a:srgbClr>
              </a:gs>
              <a:gs pos="100000">
                <a:srgbClr val="FFC0A3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BCEEFC11-EC7F-6F06-8CC9-21907FC31E3D}"/>
              </a:ext>
            </a:extLst>
          </p:cNvPr>
          <p:cNvSpPr/>
          <p:nvPr userDrawn="1"/>
        </p:nvSpPr>
        <p:spPr>
          <a:xfrm>
            <a:off x="6862924" y="2303463"/>
            <a:ext cx="6048375" cy="8208962"/>
          </a:xfrm>
          <a:prstGeom prst="roundRect">
            <a:avLst>
              <a:gd name="adj" fmla="val 8724"/>
            </a:avLst>
          </a:prstGeom>
          <a:gradFill>
            <a:gsLst>
              <a:gs pos="25000">
                <a:srgbClr val="DAECBD">
                  <a:alpha val="50000"/>
                </a:srgbClr>
              </a:gs>
              <a:gs pos="100000">
                <a:srgbClr val="DAECBD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5" name="Прямоугольник с двумя скругленными противолежащими углами 4">
            <a:extLst>
              <a:ext uri="{FF2B5EF4-FFF2-40B4-BE49-F238E27FC236}">
                <a16:creationId xmlns:a16="http://schemas.microsoft.com/office/drawing/2014/main" id="{D1EB7F91-FCBF-EE1C-C214-42C317A25CED}"/>
              </a:ext>
            </a:extLst>
          </p:cNvPr>
          <p:cNvSpPr/>
          <p:nvPr userDrawn="1"/>
        </p:nvSpPr>
        <p:spPr>
          <a:xfrm>
            <a:off x="13152277" y="647700"/>
            <a:ext cx="6035836" cy="1403350"/>
          </a:xfrm>
          <a:prstGeom prst="round2DiagRect">
            <a:avLst>
              <a:gd name="adj1" fmla="val 40963"/>
              <a:gd name="adj2" fmla="val 0"/>
            </a:avLst>
          </a:prstGeom>
          <a:gradFill>
            <a:gsLst>
              <a:gs pos="0">
                <a:srgbClr val="FFC0A3">
                  <a:alpha val="50000"/>
                </a:srgbClr>
              </a:gs>
              <a:gs pos="100000">
                <a:srgbClr val="FFC0A3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6" name="Прямоугольник с двумя скругленными противолежащими углами 5">
            <a:extLst>
              <a:ext uri="{FF2B5EF4-FFF2-40B4-BE49-F238E27FC236}">
                <a16:creationId xmlns:a16="http://schemas.microsoft.com/office/drawing/2014/main" id="{B8F5289F-6DB6-1170-1BED-E70EA0DCBD7B}"/>
              </a:ext>
            </a:extLst>
          </p:cNvPr>
          <p:cNvSpPr/>
          <p:nvPr userDrawn="1"/>
        </p:nvSpPr>
        <p:spPr>
          <a:xfrm>
            <a:off x="6875463" y="647700"/>
            <a:ext cx="6035836" cy="1403350"/>
          </a:xfrm>
          <a:prstGeom prst="round2DiagRect">
            <a:avLst>
              <a:gd name="adj1" fmla="val 40963"/>
              <a:gd name="adj2" fmla="val 0"/>
            </a:avLst>
          </a:prstGeom>
          <a:gradFill>
            <a:gsLst>
              <a:gs pos="0">
                <a:srgbClr val="DAECBD">
                  <a:alpha val="50000"/>
                </a:srgbClr>
              </a:gs>
              <a:gs pos="100000">
                <a:srgbClr val="DAECBD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7" name="Номер слайда">
            <a:extLst>
              <a:ext uri="{FF2B5EF4-FFF2-40B4-BE49-F238E27FC236}">
                <a16:creationId xmlns:a16="http://schemas.microsoft.com/office/drawing/2014/main" id="{AACEFA16-0A2C-CC3C-97F3-2BF76F5270A4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83314107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8" pos="4331" userDrawn="1">
          <p15:clr>
            <a:srgbClr val="FBAE40"/>
          </p15:clr>
        </p15:guide>
        <p15:guide id="15" pos="8118" userDrawn="1">
          <p15:clr>
            <a:srgbClr val="FBAE40"/>
          </p15:clr>
        </p15:guide>
        <p15:guide id="16" pos="8277" userDrawn="1">
          <p15:clr>
            <a:srgbClr val="FBAE40"/>
          </p15:clr>
        </p15:guide>
        <p15:guide id="20" pos="4626" userDrawn="1">
          <p15:clr>
            <a:srgbClr val="FBAE40"/>
          </p15:clr>
        </p15:guide>
        <p15:guide id="21" pos="8617" userDrawn="1">
          <p15:clr>
            <a:srgbClr val="FBAE40"/>
          </p15:clr>
        </p15:guide>
        <p15:guide id="25" orient="horz" pos="1292" userDrawn="1">
          <p15:clr>
            <a:srgbClr val="FBAE40"/>
          </p15:clr>
        </p15:guide>
        <p15:guide id="26" orient="horz" pos="1451" userDrawn="1">
          <p15:clr>
            <a:srgbClr val="FBAE40"/>
          </p15:clr>
        </p15:guide>
        <p15:guide id="27" pos="7801" userDrawn="1">
          <p15:clr>
            <a:srgbClr val="FBAE40"/>
          </p15:clr>
        </p15:guide>
        <p15:guide id="28" pos="11793" userDrawn="1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блока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Скругленный прямоугольник 4">
            <a:extLst>
              <a:ext uri="{FF2B5EF4-FFF2-40B4-BE49-F238E27FC236}">
                <a16:creationId xmlns:a16="http://schemas.microsoft.com/office/drawing/2014/main" id="{6C39977A-07E6-43B8-A72A-A0A2DD8856F2}"/>
              </a:ext>
            </a:extLst>
          </p:cNvPr>
          <p:cNvSpPr/>
          <p:nvPr userDrawn="1"/>
        </p:nvSpPr>
        <p:spPr>
          <a:xfrm>
            <a:off x="611188" y="640525"/>
            <a:ext cx="6011862" cy="9860725"/>
          </a:xfrm>
          <a:prstGeom prst="roundRect">
            <a:avLst>
              <a:gd name="adj" fmla="val 8047"/>
            </a:avLst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6" name="Скругленный прямоугольник 5">
            <a:extLst>
              <a:ext uri="{FF2B5EF4-FFF2-40B4-BE49-F238E27FC236}">
                <a16:creationId xmlns:a16="http://schemas.microsoft.com/office/drawing/2014/main" id="{724B0A02-5030-1F59-1E9F-B3ECF5EEC6C4}"/>
              </a:ext>
            </a:extLst>
          </p:cNvPr>
          <p:cNvSpPr/>
          <p:nvPr userDrawn="1"/>
        </p:nvSpPr>
        <p:spPr>
          <a:xfrm>
            <a:off x="13175044" y="640525"/>
            <a:ext cx="6011862" cy="9860725"/>
          </a:xfrm>
          <a:prstGeom prst="roundRect">
            <a:avLst>
              <a:gd name="adj" fmla="val 8047"/>
            </a:avLst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38318C59-4947-0607-A781-8F3FE4425B02}"/>
              </a:ext>
            </a:extLst>
          </p:cNvPr>
          <p:cNvSpPr/>
          <p:nvPr userDrawn="1"/>
        </p:nvSpPr>
        <p:spPr>
          <a:xfrm>
            <a:off x="6883972" y="5688013"/>
            <a:ext cx="6011862" cy="4820412"/>
          </a:xfrm>
          <a:prstGeom prst="roundRect">
            <a:avLst>
              <a:gd name="adj" fmla="val 11461"/>
            </a:avLst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E8BB0852-CEED-0638-E743-DF3662938FCB}"/>
              </a:ext>
            </a:extLst>
          </p:cNvPr>
          <p:cNvSpPr/>
          <p:nvPr userDrawn="1"/>
        </p:nvSpPr>
        <p:spPr>
          <a:xfrm>
            <a:off x="6883972" y="640525"/>
            <a:ext cx="6011862" cy="4820412"/>
          </a:xfrm>
          <a:prstGeom prst="roundRect">
            <a:avLst>
              <a:gd name="adj" fmla="val 11461"/>
            </a:avLst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3" name="Номер слайда">
            <a:extLst>
              <a:ext uri="{FF2B5EF4-FFF2-40B4-BE49-F238E27FC236}">
                <a16:creationId xmlns:a16="http://schemas.microsoft.com/office/drawing/2014/main" id="{39A8E54B-CAB1-51F3-2D62-9BBAE2D25F7C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18679273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pos="1224" userDrawn="1">
          <p15:clr>
            <a:srgbClr val="FBAE40"/>
          </p15:clr>
        </p15:guide>
        <p15:guide id="2" pos="1383" userDrawn="1">
          <p15:clr>
            <a:srgbClr val="FBAE40"/>
          </p15:clr>
        </p15:guide>
        <p15:guide id="3" pos="2199" userDrawn="1">
          <p15:clr>
            <a:srgbClr val="FBAE40"/>
          </p15:clr>
        </p15:guide>
        <p15:guide id="4" pos="2358" userDrawn="1">
          <p15:clr>
            <a:srgbClr val="FBAE40"/>
          </p15:clr>
        </p15:guide>
        <p15:guide id="5" pos="3197" userDrawn="1">
          <p15:clr>
            <a:srgbClr val="FBAE40"/>
          </p15:clr>
        </p15:guide>
        <p15:guide id="6" pos="3333" userDrawn="1">
          <p15:clr>
            <a:srgbClr val="FBAE40"/>
          </p15:clr>
        </p15:guide>
        <p15:guide id="7" pos="4172" userDrawn="1">
          <p15:clr>
            <a:srgbClr val="FBAE40"/>
          </p15:clr>
        </p15:guide>
        <p15:guide id="8" pos="4331" userDrawn="1">
          <p15:clr>
            <a:srgbClr val="FBAE40"/>
          </p15:clr>
        </p15:guide>
        <p15:guide id="9" pos="5170" userDrawn="1">
          <p15:clr>
            <a:srgbClr val="FBAE40"/>
          </p15:clr>
        </p15:guide>
        <p15:guide id="10" pos="5329" userDrawn="1">
          <p15:clr>
            <a:srgbClr val="FBAE40"/>
          </p15:clr>
        </p15:guide>
        <p15:guide id="11" pos="6168" userDrawn="1">
          <p15:clr>
            <a:srgbClr val="FBAE40"/>
          </p15:clr>
        </p15:guide>
        <p15:guide id="12" pos="6327" userDrawn="1">
          <p15:clr>
            <a:srgbClr val="FBAE40"/>
          </p15:clr>
        </p15:guide>
        <p15:guide id="13" pos="7143" userDrawn="1">
          <p15:clr>
            <a:srgbClr val="FBAE40"/>
          </p15:clr>
        </p15:guide>
        <p15:guide id="14" pos="7302" userDrawn="1">
          <p15:clr>
            <a:srgbClr val="FBAE40"/>
          </p15:clr>
        </p15:guide>
        <p15:guide id="15" pos="8118" userDrawn="1">
          <p15:clr>
            <a:srgbClr val="FBAE40"/>
          </p15:clr>
        </p15:guide>
        <p15:guide id="16" pos="8277" userDrawn="1">
          <p15:clr>
            <a:srgbClr val="FBAE40"/>
          </p15:clr>
        </p15:guide>
        <p15:guide id="17" pos="9116" userDrawn="1">
          <p15:clr>
            <a:srgbClr val="FBAE40"/>
          </p15:clr>
        </p15:guide>
        <p15:guide id="18" pos="9275" userDrawn="1">
          <p15:clr>
            <a:srgbClr val="FBAE40"/>
          </p15:clr>
        </p15:guide>
        <p15:guide id="19" pos="10092" userDrawn="1">
          <p15:clr>
            <a:srgbClr val="FBAE40"/>
          </p15:clr>
        </p15:guide>
        <p15:guide id="20" pos="10250" userDrawn="1">
          <p15:clr>
            <a:srgbClr val="FBAE40"/>
          </p15:clr>
        </p15:guide>
        <p15:guide id="21" pos="11089" userDrawn="1">
          <p15:clr>
            <a:srgbClr val="FBAE40"/>
          </p15:clr>
        </p15:guide>
        <p15:guide id="22" pos="11248" userDrawn="1">
          <p15:clr>
            <a:srgbClr val="FBAE40"/>
          </p15:clr>
        </p15:guide>
        <p15:guide id="23" orient="horz" pos="771" userDrawn="1">
          <p15:clr>
            <a:srgbClr val="FBAE40"/>
          </p15:clr>
        </p15:guide>
        <p15:guide id="24" orient="horz" pos="930" userDrawn="1">
          <p15:clr>
            <a:srgbClr val="FBAE40"/>
          </p15:clr>
        </p15:guide>
        <p15:guide id="25" orient="horz" pos="1292" userDrawn="1">
          <p15:clr>
            <a:srgbClr val="FBAE40"/>
          </p15:clr>
        </p15:guide>
        <p15:guide id="26" orient="horz" pos="1451" userDrawn="1">
          <p15:clr>
            <a:srgbClr val="FBAE40"/>
          </p15:clr>
        </p15:guide>
        <p15:guide id="27" orient="horz" pos="1837" userDrawn="1">
          <p15:clr>
            <a:srgbClr val="FBAE40"/>
          </p15:clr>
        </p15:guide>
        <p15:guide id="28" orient="horz" pos="1995" userDrawn="1">
          <p15:clr>
            <a:srgbClr val="FBAE40"/>
          </p15:clr>
        </p15:guide>
        <p15:guide id="29" orient="horz" pos="2358" userDrawn="1">
          <p15:clr>
            <a:srgbClr val="FBAE40"/>
          </p15:clr>
        </p15:guide>
        <p15:guide id="30" orient="horz" pos="2517" userDrawn="1">
          <p15:clr>
            <a:srgbClr val="FBAE40"/>
          </p15:clr>
        </p15:guide>
        <p15:guide id="31" orient="horz" pos="2903" userDrawn="1">
          <p15:clr>
            <a:srgbClr val="FBAE40"/>
          </p15:clr>
        </p15:guide>
        <p15:guide id="32" orient="horz" pos="3061" userDrawn="1">
          <p15:clr>
            <a:srgbClr val="FBAE40"/>
          </p15:clr>
        </p15:guide>
        <p15:guide id="33" orient="horz" pos="3424" userDrawn="1">
          <p15:clr>
            <a:srgbClr val="FBAE40"/>
          </p15:clr>
        </p15:guide>
        <p15:guide id="34" orient="horz" pos="3583" userDrawn="1">
          <p15:clr>
            <a:srgbClr val="FBAE40"/>
          </p15:clr>
        </p15:guide>
        <p15:guide id="37" orient="horz" pos="3969" userDrawn="1">
          <p15:clr>
            <a:srgbClr val="FBAE40"/>
          </p15:clr>
        </p15:guide>
        <p15:guide id="38" orient="horz" pos="4127" userDrawn="1">
          <p15:clr>
            <a:srgbClr val="FBAE40"/>
          </p15:clr>
        </p15:guide>
        <p15:guide id="39" orient="horz" pos="4513" userDrawn="1">
          <p15:clr>
            <a:srgbClr val="FBAE40"/>
          </p15:clr>
        </p15:guide>
        <p15:guide id="40" orient="horz" pos="4672" userDrawn="1">
          <p15:clr>
            <a:srgbClr val="FBAE40"/>
          </p15:clr>
        </p15:guide>
        <p15:guide id="41" orient="horz" pos="5035" userDrawn="1">
          <p15:clr>
            <a:srgbClr val="FBAE40"/>
          </p15:clr>
        </p15:guide>
        <p15:guide id="42" orient="horz" pos="5193" userDrawn="1">
          <p15:clr>
            <a:srgbClr val="FBAE40"/>
          </p15:clr>
        </p15:guide>
        <p15:guide id="43" orient="horz" pos="5579" userDrawn="1">
          <p15:clr>
            <a:srgbClr val="FBAE40"/>
          </p15:clr>
        </p15:guide>
        <p15:guide id="44" orient="horz" pos="5738" userDrawn="1">
          <p15:clr>
            <a:srgbClr val="FBAE40"/>
          </p15:clr>
        </p15:guide>
        <p15:guide id="45" orient="horz" pos="6100" userDrawn="1">
          <p15:clr>
            <a:srgbClr val="FBAE40"/>
          </p15:clr>
        </p15:guide>
        <p15:guide id="46" orient="horz" pos="6259" userDrawn="1">
          <p15:clr>
            <a:srgbClr val="FBAE4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блоков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7C920BB3-B504-FDE4-54A6-D08E9D591175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solidFill>
            <a:schemeClr val="accent2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5" name="Скругленный прямоугольник 4">
            <a:extLst>
              <a:ext uri="{FF2B5EF4-FFF2-40B4-BE49-F238E27FC236}">
                <a16:creationId xmlns:a16="http://schemas.microsoft.com/office/drawing/2014/main" id="{6C39977A-07E6-43B8-A72A-A0A2DD8856F2}"/>
              </a:ext>
            </a:extLst>
          </p:cNvPr>
          <p:cNvSpPr/>
          <p:nvPr userDrawn="1"/>
        </p:nvSpPr>
        <p:spPr>
          <a:xfrm>
            <a:off x="611188" y="656291"/>
            <a:ext cx="6011862" cy="9860725"/>
          </a:xfrm>
          <a:prstGeom prst="roundRect">
            <a:avLst>
              <a:gd name="adj" fmla="val 8047"/>
            </a:avLst>
          </a:prstGeom>
          <a:gradFill>
            <a:gsLst>
              <a:gs pos="0">
                <a:schemeClr val="accent1"/>
              </a:gs>
              <a:gs pos="100000">
                <a:srgbClr val="FFE560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38318C59-4947-0607-A781-8F3FE4425B02}"/>
              </a:ext>
            </a:extLst>
          </p:cNvPr>
          <p:cNvSpPr/>
          <p:nvPr userDrawn="1"/>
        </p:nvSpPr>
        <p:spPr>
          <a:xfrm>
            <a:off x="6883972" y="5703779"/>
            <a:ext cx="6011862" cy="4820412"/>
          </a:xfrm>
          <a:prstGeom prst="roundRect">
            <a:avLst>
              <a:gd name="adj" fmla="val 11461"/>
            </a:avLst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E8BB0852-CEED-0638-E743-DF3662938FCB}"/>
              </a:ext>
            </a:extLst>
          </p:cNvPr>
          <p:cNvSpPr/>
          <p:nvPr userDrawn="1"/>
        </p:nvSpPr>
        <p:spPr>
          <a:xfrm>
            <a:off x="6883972" y="656291"/>
            <a:ext cx="6011862" cy="4820412"/>
          </a:xfrm>
          <a:prstGeom prst="roundRect">
            <a:avLst>
              <a:gd name="adj" fmla="val 11461"/>
            </a:avLst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35DBF272-939B-8648-6910-34827077F523}"/>
              </a:ext>
            </a:extLst>
          </p:cNvPr>
          <p:cNvSpPr/>
          <p:nvPr userDrawn="1"/>
        </p:nvSpPr>
        <p:spPr>
          <a:xfrm>
            <a:off x="13159266" y="5703779"/>
            <a:ext cx="6011862" cy="4820412"/>
          </a:xfrm>
          <a:prstGeom prst="roundRect">
            <a:avLst>
              <a:gd name="adj" fmla="val 11461"/>
            </a:avLst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9" name="Скругленный прямоугольник 8">
            <a:extLst>
              <a:ext uri="{FF2B5EF4-FFF2-40B4-BE49-F238E27FC236}">
                <a16:creationId xmlns:a16="http://schemas.microsoft.com/office/drawing/2014/main" id="{7D1BFEE7-0825-0753-4E97-E04E80E683BC}"/>
              </a:ext>
            </a:extLst>
          </p:cNvPr>
          <p:cNvSpPr/>
          <p:nvPr userDrawn="1"/>
        </p:nvSpPr>
        <p:spPr>
          <a:xfrm>
            <a:off x="13159266" y="656291"/>
            <a:ext cx="6011862" cy="4820412"/>
          </a:xfrm>
          <a:prstGeom prst="roundRect">
            <a:avLst>
              <a:gd name="adj" fmla="val 11461"/>
            </a:avLst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6" name="Номер слайда">
            <a:extLst>
              <a:ext uri="{FF2B5EF4-FFF2-40B4-BE49-F238E27FC236}">
                <a16:creationId xmlns:a16="http://schemas.microsoft.com/office/drawing/2014/main" id="{0F8788BB-1EFA-9E1C-ECD6-6E922EA133FF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solidFill>
                  <a:schemeClr val="accent6"/>
                </a:solidFill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78346479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7" pos="4172" userDrawn="1">
          <p15:clr>
            <a:srgbClr val="FBAE40"/>
          </p15:clr>
        </p15:guide>
        <p15:guide id="8" pos="4331" userDrawn="1">
          <p15:clr>
            <a:srgbClr val="FBAE40"/>
          </p15:clr>
        </p15:guide>
        <p15:guide id="15" pos="8118" userDrawn="1">
          <p15:clr>
            <a:srgbClr val="FBAE40"/>
          </p15:clr>
        </p15:guide>
        <p15:guide id="16" pos="8277" userDrawn="1">
          <p15:clr>
            <a:srgbClr val="FBAE4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полнители с вырезами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Рисунок 9">
            <a:extLst>
              <a:ext uri="{FF2B5EF4-FFF2-40B4-BE49-F238E27FC236}">
                <a16:creationId xmlns:a16="http://schemas.microsoft.com/office/drawing/2014/main" id="{E3195EB8-BAA6-98A2-ED4A-761390F89227}"/>
              </a:ext>
            </a:extLst>
          </p:cNvPr>
          <p:cNvSpPr>
            <a:spLocks noGrp="1" noChangeAspect="1"/>
          </p:cNvSpPr>
          <p:nvPr>
            <p:ph type="pic" sz="quarter" idx="10" hasCustomPrompt="1"/>
          </p:nvPr>
        </p:nvSpPr>
        <p:spPr>
          <a:xfrm>
            <a:off x="614887" y="2319228"/>
            <a:ext cx="6043869" cy="4716000"/>
          </a:xfrm>
          <a:custGeom>
            <a:avLst/>
            <a:gdLst>
              <a:gd name="connsiteX0" fmla="*/ 517372 w 6003911"/>
              <a:gd name="connsiteY0" fmla="*/ 0 h 4684821"/>
              <a:gd name="connsiteX1" fmla="*/ 5486529 w 6003911"/>
              <a:gd name="connsiteY1" fmla="*/ 0 h 4684821"/>
              <a:gd name="connsiteX2" fmla="*/ 6003911 w 6003911"/>
              <a:gd name="connsiteY2" fmla="*/ 518264 h 4684821"/>
              <a:gd name="connsiteX3" fmla="*/ 6003911 w 6003911"/>
              <a:gd name="connsiteY3" fmla="*/ 2687333 h 4684821"/>
              <a:gd name="connsiteX4" fmla="*/ 5486539 w 6003911"/>
              <a:gd name="connsiteY4" fmla="*/ 3205597 h 4684821"/>
              <a:gd name="connsiteX5" fmla="*/ 5307456 w 6003911"/>
              <a:gd name="connsiteY5" fmla="*/ 3205597 h 4684821"/>
              <a:gd name="connsiteX6" fmla="*/ 4526949 w 6003911"/>
              <a:gd name="connsiteY6" fmla="*/ 3987450 h 4684821"/>
              <a:gd name="connsiteX7" fmla="*/ 4526949 w 6003911"/>
              <a:gd name="connsiteY7" fmla="*/ 4166842 h 4684821"/>
              <a:gd name="connsiteX8" fmla="*/ 4113844 w 6003911"/>
              <a:gd name="connsiteY8" fmla="*/ 4674577 h 4684821"/>
              <a:gd name="connsiteX9" fmla="*/ 4012398 w 6003911"/>
              <a:gd name="connsiteY9" fmla="*/ 4684821 h 4684821"/>
              <a:gd name="connsiteX10" fmla="*/ 514550 w 6003911"/>
              <a:gd name="connsiteY10" fmla="*/ 4684821 h 4684821"/>
              <a:gd name="connsiteX11" fmla="*/ 413103 w 6003911"/>
              <a:gd name="connsiteY11" fmla="*/ 4674577 h 4684821"/>
              <a:gd name="connsiteX12" fmla="*/ 0 w 6003911"/>
              <a:gd name="connsiteY12" fmla="*/ 4166842 h 4684821"/>
              <a:gd name="connsiteX13" fmla="*/ 0 w 6003911"/>
              <a:gd name="connsiteY13" fmla="*/ 518264 h 4684821"/>
              <a:gd name="connsiteX14" fmla="*/ 517372 w 6003911"/>
              <a:gd name="connsiteY14" fmla="*/ 0 h 46848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6003911" h="4684821">
                <a:moveTo>
                  <a:pt x="517372" y="0"/>
                </a:moveTo>
                <a:lnTo>
                  <a:pt x="5486529" y="0"/>
                </a:lnTo>
                <a:cubicBezTo>
                  <a:pt x="5772273" y="0"/>
                  <a:pt x="6003911" y="232035"/>
                  <a:pt x="6003911" y="518264"/>
                </a:cubicBezTo>
                <a:lnTo>
                  <a:pt x="6003911" y="2687333"/>
                </a:lnTo>
                <a:cubicBezTo>
                  <a:pt x="6003911" y="2973560"/>
                  <a:pt x="5772273" y="3205597"/>
                  <a:pt x="5486539" y="3205597"/>
                </a:cubicBezTo>
                <a:lnTo>
                  <a:pt x="5307456" y="3205597"/>
                </a:lnTo>
                <a:cubicBezTo>
                  <a:pt x="4876392" y="3205597"/>
                  <a:pt x="4526949" y="3555643"/>
                  <a:pt x="4526949" y="3987450"/>
                </a:cubicBezTo>
                <a:lnTo>
                  <a:pt x="4526949" y="4166842"/>
                </a:lnTo>
                <a:cubicBezTo>
                  <a:pt x="4526949" y="4417291"/>
                  <a:pt x="4349601" y="4626250"/>
                  <a:pt x="4113844" y="4674577"/>
                </a:cubicBezTo>
                <a:lnTo>
                  <a:pt x="4012398" y="4684821"/>
                </a:lnTo>
                <a:lnTo>
                  <a:pt x="514550" y="4684821"/>
                </a:lnTo>
                <a:lnTo>
                  <a:pt x="413103" y="4674577"/>
                </a:lnTo>
                <a:cubicBezTo>
                  <a:pt x="177346" y="4626250"/>
                  <a:pt x="0" y="4417291"/>
                  <a:pt x="0" y="4166842"/>
                </a:cubicBezTo>
                <a:lnTo>
                  <a:pt x="0" y="518264"/>
                </a:lnTo>
                <a:cubicBezTo>
                  <a:pt x="0" y="232035"/>
                  <a:pt x="231635" y="0"/>
                  <a:pt x="517372" y="0"/>
                </a:cubicBezTo>
                <a:close/>
              </a:path>
            </a:pathLst>
          </a:custGeom>
          <a:solidFill>
            <a:schemeClr val="accent4"/>
          </a:solidFill>
        </p:spPr>
        <p:txBody>
          <a:bodyPr wrap="square" lIns="360000" tIns="360000" rIns="360000" bIns="360000">
            <a:noAutofit/>
          </a:bodyPr>
          <a:lstStyle>
            <a:lvl1pPr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Вставка изображения</a:t>
            </a:r>
          </a:p>
        </p:txBody>
      </p:sp>
      <p:sp>
        <p:nvSpPr>
          <p:cNvPr id="4" name="Рисунок 10">
            <a:extLst>
              <a:ext uri="{FF2B5EF4-FFF2-40B4-BE49-F238E27FC236}">
                <a16:creationId xmlns:a16="http://schemas.microsoft.com/office/drawing/2014/main" id="{1736C7D4-7D97-6FF3-B2A9-90EFA450F879}"/>
              </a:ext>
            </a:extLst>
          </p:cNvPr>
          <p:cNvSpPr>
            <a:spLocks noGrp="1" noChangeAspect="1"/>
          </p:cNvSpPr>
          <p:nvPr>
            <p:ph type="pic" sz="quarter" idx="11" hasCustomPrompt="1"/>
          </p:nvPr>
        </p:nvSpPr>
        <p:spPr>
          <a:xfrm>
            <a:off x="6875010" y="2319228"/>
            <a:ext cx="6043869" cy="4716000"/>
          </a:xfrm>
          <a:custGeom>
            <a:avLst/>
            <a:gdLst>
              <a:gd name="connsiteX0" fmla="*/ 517372 w 6003911"/>
              <a:gd name="connsiteY0" fmla="*/ 0 h 4684821"/>
              <a:gd name="connsiteX1" fmla="*/ 5486529 w 6003911"/>
              <a:gd name="connsiteY1" fmla="*/ 0 h 4684821"/>
              <a:gd name="connsiteX2" fmla="*/ 6003911 w 6003911"/>
              <a:gd name="connsiteY2" fmla="*/ 518264 h 4684821"/>
              <a:gd name="connsiteX3" fmla="*/ 6003911 w 6003911"/>
              <a:gd name="connsiteY3" fmla="*/ 2687333 h 4684821"/>
              <a:gd name="connsiteX4" fmla="*/ 5486539 w 6003911"/>
              <a:gd name="connsiteY4" fmla="*/ 3205597 h 4684821"/>
              <a:gd name="connsiteX5" fmla="*/ 5307456 w 6003911"/>
              <a:gd name="connsiteY5" fmla="*/ 3205597 h 4684821"/>
              <a:gd name="connsiteX6" fmla="*/ 4526949 w 6003911"/>
              <a:gd name="connsiteY6" fmla="*/ 3987450 h 4684821"/>
              <a:gd name="connsiteX7" fmla="*/ 4526949 w 6003911"/>
              <a:gd name="connsiteY7" fmla="*/ 4166842 h 4684821"/>
              <a:gd name="connsiteX8" fmla="*/ 4113844 w 6003911"/>
              <a:gd name="connsiteY8" fmla="*/ 4674577 h 4684821"/>
              <a:gd name="connsiteX9" fmla="*/ 4012398 w 6003911"/>
              <a:gd name="connsiteY9" fmla="*/ 4684821 h 4684821"/>
              <a:gd name="connsiteX10" fmla="*/ 514550 w 6003911"/>
              <a:gd name="connsiteY10" fmla="*/ 4684821 h 4684821"/>
              <a:gd name="connsiteX11" fmla="*/ 413103 w 6003911"/>
              <a:gd name="connsiteY11" fmla="*/ 4674577 h 4684821"/>
              <a:gd name="connsiteX12" fmla="*/ 0 w 6003911"/>
              <a:gd name="connsiteY12" fmla="*/ 4166842 h 4684821"/>
              <a:gd name="connsiteX13" fmla="*/ 0 w 6003911"/>
              <a:gd name="connsiteY13" fmla="*/ 518264 h 4684821"/>
              <a:gd name="connsiteX14" fmla="*/ 517372 w 6003911"/>
              <a:gd name="connsiteY14" fmla="*/ 0 h 46848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6003911" h="4684821">
                <a:moveTo>
                  <a:pt x="517372" y="0"/>
                </a:moveTo>
                <a:lnTo>
                  <a:pt x="5486529" y="0"/>
                </a:lnTo>
                <a:cubicBezTo>
                  <a:pt x="5772273" y="0"/>
                  <a:pt x="6003911" y="232035"/>
                  <a:pt x="6003911" y="518264"/>
                </a:cubicBezTo>
                <a:lnTo>
                  <a:pt x="6003911" y="2687333"/>
                </a:lnTo>
                <a:cubicBezTo>
                  <a:pt x="6003911" y="2973560"/>
                  <a:pt x="5772273" y="3205597"/>
                  <a:pt x="5486539" y="3205597"/>
                </a:cubicBezTo>
                <a:lnTo>
                  <a:pt x="5307456" y="3205597"/>
                </a:lnTo>
                <a:cubicBezTo>
                  <a:pt x="4876392" y="3205597"/>
                  <a:pt x="4526949" y="3555643"/>
                  <a:pt x="4526949" y="3987450"/>
                </a:cubicBezTo>
                <a:lnTo>
                  <a:pt x="4526949" y="4166842"/>
                </a:lnTo>
                <a:cubicBezTo>
                  <a:pt x="4526949" y="4417291"/>
                  <a:pt x="4349601" y="4626250"/>
                  <a:pt x="4113844" y="4674577"/>
                </a:cubicBezTo>
                <a:lnTo>
                  <a:pt x="4012398" y="4684821"/>
                </a:lnTo>
                <a:lnTo>
                  <a:pt x="514550" y="4684821"/>
                </a:lnTo>
                <a:lnTo>
                  <a:pt x="413103" y="4674577"/>
                </a:lnTo>
                <a:cubicBezTo>
                  <a:pt x="177346" y="4626250"/>
                  <a:pt x="0" y="4417291"/>
                  <a:pt x="0" y="4166842"/>
                </a:cubicBezTo>
                <a:lnTo>
                  <a:pt x="0" y="518264"/>
                </a:lnTo>
                <a:cubicBezTo>
                  <a:pt x="0" y="232035"/>
                  <a:pt x="231635" y="0"/>
                  <a:pt x="517372" y="0"/>
                </a:cubicBezTo>
                <a:close/>
              </a:path>
            </a:pathLst>
          </a:custGeom>
          <a:solidFill>
            <a:schemeClr val="accent4"/>
          </a:solidFill>
        </p:spPr>
        <p:txBody>
          <a:bodyPr wrap="square" lIns="360000" tIns="360000" rIns="360000" bIns="360000">
            <a:noAutofit/>
          </a:bodyPr>
          <a:lstStyle>
            <a:lvl1pPr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Вставка изображения</a:t>
            </a:r>
          </a:p>
        </p:txBody>
      </p:sp>
      <p:sp>
        <p:nvSpPr>
          <p:cNvPr id="5" name="Рисунок 11">
            <a:extLst>
              <a:ext uri="{FF2B5EF4-FFF2-40B4-BE49-F238E27FC236}">
                <a16:creationId xmlns:a16="http://schemas.microsoft.com/office/drawing/2014/main" id="{82A0538B-EBA4-07B0-F30A-251A02B76DDF}"/>
              </a:ext>
            </a:extLst>
          </p:cNvPr>
          <p:cNvSpPr>
            <a:spLocks noGrp="1" noChangeAspect="1"/>
          </p:cNvSpPr>
          <p:nvPr>
            <p:ph type="pic" sz="quarter" idx="12" hasCustomPrompt="1"/>
          </p:nvPr>
        </p:nvSpPr>
        <p:spPr>
          <a:xfrm>
            <a:off x="13135133" y="2319228"/>
            <a:ext cx="6043869" cy="4716000"/>
          </a:xfrm>
          <a:custGeom>
            <a:avLst/>
            <a:gdLst>
              <a:gd name="connsiteX0" fmla="*/ 517372 w 6003911"/>
              <a:gd name="connsiteY0" fmla="*/ 0 h 4684821"/>
              <a:gd name="connsiteX1" fmla="*/ 5486529 w 6003911"/>
              <a:gd name="connsiteY1" fmla="*/ 0 h 4684821"/>
              <a:gd name="connsiteX2" fmla="*/ 6003911 w 6003911"/>
              <a:gd name="connsiteY2" fmla="*/ 518264 h 4684821"/>
              <a:gd name="connsiteX3" fmla="*/ 6003911 w 6003911"/>
              <a:gd name="connsiteY3" fmla="*/ 2687333 h 4684821"/>
              <a:gd name="connsiteX4" fmla="*/ 5486539 w 6003911"/>
              <a:gd name="connsiteY4" fmla="*/ 3205597 h 4684821"/>
              <a:gd name="connsiteX5" fmla="*/ 5307456 w 6003911"/>
              <a:gd name="connsiteY5" fmla="*/ 3205597 h 4684821"/>
              <a:gd name="connsiteX6" fmla="*/ 4526949 w 6003911"/>
              <a:gd name="connsiteY6" fmla="*/ 3987450 h 4684821"/>
              <a:gd name="connsiteX7" fmla="*/ 4526949 w 6003911"/>
              <a:gd name="connsiteY7" fmla="*/ 4166842 h 4684821"/>
              <a:gd name="connsiteX8" fmla="*/ 4113844 w 6003911"/>
              <a:gd name="connsiteY8" fmla="*/ 4674577 h 4684821"/>
              <a:gd name="connsiteX9" fmla="*/ 4012398 w 6003911"/>
              <a:gd name="connsiteY9" fmla="*/ 4684821 h 4684821"/>
              <a:gd name="connsiteX10" fmla="*/ 514550 w 6003911"/>
              <a:gd name="connsiteY10" fmla="*/ 4684821 h 4684821"/>
              <a:gd name="connsiteX11" fmla="*/ 413103 w 6003911"/>
              <a:gd name="connsiteY11" fmla="*/ 4674577 h 4684821"/>
              <a:gd name="connsiteX12" fmla="*/ 0 w 6003911"/>
              <a:gd name="connsiteY12" fmla="*/ 4166842 h 4684821"/>
              <a:gd name="connsiteX13" fmla="*/ 0 w 6003911"/>
              <a:gd name="connsiteY13" fmla="*/ 518264 h 4684821"/>
              <a:gd name="connsiteX14" fmla="*/ 517372 w 6003911"/>
              <a:gd name="connsiteY14" fmla="*/ 0 h 46848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6003911" h="4684821">
                <a:moveTo>
                  <a:pt x="517372" y="0"/>
                </a:moveTo>
                <a:lnTo>
                  <a:pt x="5486529" y="0"/>
                </a:lnTo>
                <a:cubicBezTo>
                  <a:pt x="5772273" y="0"/>
                  <a:pt x="6003911" y="232035"/>
                  <a:pt x="6003911" y="518264"/>
                </a:cubicBezTo>
                <a:lnTo>
                  <a:pt x="6003911" y="2687333"/>
                </a:lnTo>
                <a:cubicBezTo>
                  <a:pt x="6003911" y="2973560"/>
                  <a:pt x="5772273" y="3205597"/>
                  <a:pt x="5486539" y="3205597"/>
                </a:cubicBezTo>
                <a:lnTo>
                  <a:pt x="5307456" y="3205597"/>
                </a:lnTo>
                <a:cubicBezTo>
                  <a:pt x="4876392" y="3205597"/>
                  <a:pt x="4526949" y="3555643"/>
                  <a:pt x="4526949" y="3987450"/>
                </a:cubicBezTo>
                <a:lnTo>
                  <a:pt x="4526949" y="4166842"/>
                </a:lnTo>
                <a:cubicBezTo>
                  <a:pt x="4526949" y="4417291"/>
                  <a:pt x="4349601" y="4626250"/>
                  <a:pt x="4113844" y="4674577"/>
                </a:cubicBezTo>
                <a:lnTo>
                  <a:pt x="4012398" y="4684821"/>
                </a:lnTo>
                <a:lnTo>
                  <a:pt x="514550" y="4684821"/>
                </a:lnTo>
                <a:lnTo>
                  <a:pt x="413103" y="4674577"/>
                </a:lnTo>
                <a:cubicBezTo>
                  <a:pt x="177346" y="4626250"/>
                  <a:pt x="0" y="4417291"/>
                  <a:pt x="0" y="4166842"/>
                </a:cubicBezTo>
                <a:lnTo>
                  <a:pt x="0" y="518264"/>
                </a:lnTo>
                <a:cubicBezTo>
                  <a:pt x="0" y="232035"/>
                  <a:pt x="231635" y="0"/>
                  <a:pt x="517372" y="0"/>
                </a:cubicBezTo>
                <a:close/>
              </a:path>
            </a:pathLst>
          </a:custGeom>
          <a:solidFill>
            <a:schemeClr val="accent4"/>
          </a:solidFill>
        </p:spPr>
        <p:txBody>
          <a:bodyPr wrap="square" lIns="360000" tIns="360000" rIns="360000" bIns="360000">
            <a:noAutofit/>
          </a:bodyPr>
          <a:lstStyle>
            <a:lvl1pPr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Вставка изображения</a:t>
            </a:r>
          </a:p>
        </p:txBody>
      </p:sp>
      <p:sp>
        <p:nvSpPr>
          <p:cNvPr id="6" name="Номер слайда">
            <a:extLst>
              <a:ext uri="{FF2B5EF4-FFF2-40B4-BE49-F238E27FC236}">
                <a16:creationId xmlns:a16="http://schemas.microsoft.com/office/drawing/2014/main" id="{2D17354B-548F-4A7B-2533-BB9F9424759E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27436019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лашки с вырезами 2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3">
            <a:extLst>
              <a:ext uri="{FF2B5EF4-FFF2-40B4-BE49-F238E27FC236}">
                <a16:creationId xmlns:a16="http://schemas.microsoft.com/office/drawing/2014/main" id="{01515A73-04C3-20AC-0CFB-39D743234689}"/>
              </a:ext>
            </a:extLst>
          </p:cNvPr>
          <p:cNvSpPr/>
          <p:nvPr/>
        </p:nvSpPr>
        <p:spPr>
          <a:xfrm>
            <a:off x="615403" y="6551613"/>
            <a:ext cx="6002468" cy="3975899"/>
          </a:xfrm>
          <a:custGeom>
            <a:avLst/>
            <a:gdLst>
              <a:gd name="connsiteX0" fmla="*/ 6002469 w 6002468"/>
              <a:gd name="connsiteY0" fmla="*/ 618016 h 3975899"/>
              <a:gd name="connsiteX1" fmla="*/ 5383738 w 6002468"/>
              <a:gd name="connsiteY1" fmla="*/ 0 h 3975899"/>
              <a:gd name="connsiteX2" fmla="*/ 625837 w 6002468"/>
              <a:gd name="connsiteY2" fmla="*/ 0 h 3975899"/>
              <a:gd name="connsiteX3" fmla="*/ 7108 w 6002468"/>
              <a:gd name="connsiteY3" fmla="*/ 616415 h 3975899"/>
              <a:gd name="connsiteX4" fmla="*/ 2 w 6002468"/>
              <a:gd name="connsiteY4" fmla="*/ 3356288 h 3975899"/>
              <a:gd name="connsiteX5" fmla="*/ 618731 w 6002468"/>
              <a:gd name="connsiteY5" fmla="*/ 3975900 h 3975899"/>
              <a:gd name="connsiteX6" fmla="*/ 4216080 w 6002468"/>
              <a:gd name="connsiteY6" fmla="*/ 3975900 h 3975899"/>
              <a:gd name="connsiteX7" fmla="*/ 4814186 w 6002468"/>
              <a:gd name="connsiteY7" fmla="*/ 3376497 h 3975899"/>
              <a:gd name="connsiteX8" fmla="*/ 5408322 w 6002468"/>
              <a:gd name="connsiteY8" fmla="*/ 2781070 h 3975899"/>
              <a:gd name="connsiteX9" fmla="*/ 6002469 w 6002468"/>
              <a:gd name="connsiteY9" fmla="*/ 2187610 h 3975899"/>
              <a:gd name="connsiteX10" fmla="*/ 6002469 w 6002468"/>
              <a:gd name="connsiteY10" fmla="*/ 618016 h 39758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6002468" h="3975899">
                <a:moveTo>
                  <a:pt x="6002469" y="618016"/>
                </a:moveTo>
                <a:cubicBezTo>
                  <a:pt x="6002469" y="276695"/>
                  <a:pt x="5725453" y="0"/>
                  <a:pt x="5383738" y="0"/>
                </a:cubicBezTo>
                <a:lnTo>
                  <a:pt x="625837" y="0"/>
                </a:lnTo>
                <a:cubicBezTo>
                  <a:pt x="284747" y="0"/>
                  <a:pt x="7992" y="275720"/>
                  <a:pt x="7108" y="616415"/>
                </a:cubicBezTo>
                <a:lnTo>
                  <a:pt x="2" y="3356288"/>
                </a:lnTo>
                <a:cubicBezTo>
                  <a:pt x="-885" y="3698226"/>
                  <a:pt x="276389" y="3975900"/>
                  <a:pt x="618731" y="3975900"/>
                </a:cubicBezTo>
                <a:lnTo>
                  <a:pt x="4216080" y="3975900"/>
                </a:lnTo>
                <a:cubicBezTo>
                  <a:pt x="4546400" y="3975900"/>
                  <a:pt x="4814186" y="3706445"/>
                  <a:pt x="4814186" y="3376497"/>
                </a:cubicBezTo>
                <a:cubicBezTo>
                  <a:pt x="4814186" y="3048743"/>
                  <a:pt x="5080189" y="2781070"/>
                  <a:pt x="5408322" y="2781070"/>
                </a:cubicBezTo>
                <a:cubicBezTo>
                  <a:pt x="5736456" y="2781070"/>
                  <a:pt x="6002469" y="2515375"/>
                  <a:pt x="6002469" y="2187610"/>
                </a:cubicBezTo>
                <a:lnTo>
                  <a:pt x="6002469" y="618016"/>
                </a:lnTo>
                <a:close/>
              </a:path>
            </a:pathLst>
          </a:custGeom>
          <a:gradFill>
            <a:gsLst>
              <a:gs pos="0">
                <a:srgbClr val="E0E1E3"/>
              </a:gs>
              <a:gs pos="79500">
                <a:srgbClr val="F3F3F5"/>
              </a:gs>
            </a:gsLst>
            <a:lin ang="3243474" scaled="1"/>
          </a:gradFill>
          <a:ln w="10309" cap="flat">
            <a:noFill/>
            <a:prstDash val="solid"/>
            <a:miter/>
          </a:ln>
        </p:spPr>
        <p:txBody>
          <a:bodyPr rtlCol="0" anchor="ctr"/>
          <a:lstStyle/>
          <a:p>
            <a:endParaRPr lang="ru-RU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12" name="Рисунок 3">
            <a:extLst>
              <a:ext uri="{FF2B5EF4-FFF2-40B4-BE49-F238E27FC236}">
                <a16:creationId xmlns:a16="http://schemas.microsoft.com/office/drawing/2014/main" id="{DE8C40DE-1372-D837-6A2D-7DED59BAD1C0}"/>
              </a:ext>
            </a:extLst>
          </p:cNvPr>
          <p:cNvSpPr/>
          <p:nvPr userDrawn="1"/>
        </p:nvSpPr>
        <p:spPr>
          <a:xfrm>
            <a:off x="6890697" y="6551613"/>
            <a:ext cx="6002468" cy="3975899"/>
          </a:xfrm>
          <a:custGeom>
            <a:avLst/>
            <a:gdLst>
              <a:gd name="connsiteX0" fmla="*/ 6002469 w 6002468"/>
              <a:gd name="connsiteY0" fmla="*/ 618016 h 3975899"/>
              <a:gd name="connsiteX1" fmla="*/ 5383738 w 6002468"/>
              <a:gd name="connsiteY1" fmla="*/ 0 h 3975899"/>
              <a:gd name="connsiteX2" fmla="*/ 625837 w 6002468"/>
              <a:gd name="connsiteY2" fmla="*/ 0 h 3975899"/>
              <a:gd name="connsiteX3" fmla="*/ 7108 w 6002468"/>
              <a:gd name="connsiteY3" fmla="*/ 616415 h 3975899"/>
              <a:gd name="connsiteX4" fmla="*/ 2 w 6002468"/>
              <a:gd name="connsiteY4" fmla="*/ 3356288 h 3975899"/>
              <a:gd name="connsiteX5" fmla="*/ 618731 w 6002468"/>
              <a:gd name="connsiteY5" fmla="*/ 3975900 h 3975899"/>
              <a:gd name="connsiteX6" fmla="*/ 4216080 w 6002468"/>
              <a:gd name="connsiteY6" fmla="*/ 3975900 h 3975899"/>
              <a:gd name="connsiteX7" fmla="*/ 4814186 w 6002468"/>
              <a:gd name="connsiteY7" fmla="*/ 3376497 h 3975899"/>
              <a:gd name="connsiteX8" fmla="*/ 5408322 w 6002468"/>
              <a:gd name="connsiteY8" fmla="*/ 2781070 h 3975899"/>
              <a:gd name="connsiteX9" fmla="*/ 6002469 w 6002468"/>
              <a:gd name="connsiteY9" fmla="*/ 2187610 h 3975899"/>
              <a:gd name="connsiteX10" fmla="*/ 6002469 w 6002468"/>
              <a:gd name="connsiteY10" fmla="*/ 618016 h 39758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6002468" h="3975899">
                <a:moveTo>
                  <a:pt x="6002469" y="618016"/>
                </a:moveTo>
                <a:cubicBezTo>
                  <a:pt x="6002469" y="276695"/>
                  <a:pt x="5725453" y="0"/>
                  <a:pt x="5383738" y="0"/>
                </a:cubicBezTo>
                <a:lnTo>
                  <a:pt x="625837" y="0"/>
                </a:lnTo>
                <a:cubicBezTo>
                  <a:pt x="284747" y="0"/>
                  <a:pt x="7992" y="275720"/>
                  <a:pt x="7108" y="616415"/>
                </a:cubicBezTo>
                <a:lnTo>
                  <a:pt x="2" y="3356288"/>
                </a:lnTo>
                <a:cubicBezTo>
                  <a:pt x="-885" y="3698226"/>
                  <a:pt x="276389" y="3975900"/>
                  <a:pt x="618731" y="3975900"/>
                </a:cubicBezTo>
                <a:lnTo>
                  <a:pt x="4216080" y="3975900"/>
                </a:lnTo>
                <a:cubicBezTo>
                  <a:pt x="4546400" y="3975900"/>
                  <a:pt x="4814186" y="3706445"/>
                  <a:pt x="4814186" y="3376497"/>
                </a:cubicBezTo>
                <a:cubicBezTo>
                  <a:pt x="4814186" y="3048743"/>
                  <a:pt x="5080189" y="2781070"/>
                  <a:pt x="5408322" y="2781070"/>
                </a:cubicBezTo>
                <a:cubicBezTo>
                  <a:pt x="5736456" y="2781070"/>
                  <a:pt x="6002469" y="2515375"/>
                  <a:pt x="6002469" y="2187610"/>
                </a:cubicBezTo>
                <a:lnTo>
                  <a:pt x="6002469" y="618016"/>
                </a:lnTo>
                <a:close/>
              </a:path>
            </a:pathLst>
          </a:custGeom>
          <a:gradFill>
            <a:gsLst>
              <a:gs pos="0">
                <a:srgbClr val="E0E1E3"/>
              </a:gs>
              <a:gs pos="79500">
                <a:srgbClr val="F3F3F5"/>
              </a:gs>
            </a:gsLst>
            <a:lin ang="3243474" scaled="1"/>
          </a:gradFill>
          <a:ln w="10309" cap="flat">
            <a:noFill/>
            <a:prstDash val="solid"/>
            <a:miter/>
          </a:ln>
        </p:spPr>
        <p:txBody>
          <a:bodyPr rtlCol="0" anchor="ctr"/>
          <a:lstStyle/>
          <a:p>
            <a:endParaRPr lang="ru-RU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13" name="Рисунок 3">
            <a:extLst>
              <a:ext uri="{FF2B5EF4-FFF2-40B4-BE49-F238E27FC236}">
                <a16:creationId xmlns:a16="http://schemas.microsoft.com/office/drawing/2014/main" id="{AC10503E-8046-7476-D9B2-778878EE1D11}"/>
              </a:ext>
            </a:extLst>
          </p:cNvPr>
          <p:cNvSpPr/>
          <p:nvPr userDrawn="1"/>
        </p:nvSpPr>
        <p:spPr>
          <a:xfrm>
            <a:off x="13165992" y="6551613"/>
            <a:ext cx="6002468" cy="3975899"/>
          </a:xfrm>
          <a:custGeom>
            <a:avLst/>
            <a:gdLst>
              <a:gd name="connsiteX0" fmla="*/ 6002469 w 6002468"/>
              <a:gd name="connsiteY0" fmla="*/ 618016 h 3975899"/>
              <a:gd name="connsiteX1" fmla="*/ 5383738 w 6002468"/>
              <a:gd name="connsiteY1" fmla="*/ 0 h 3975899"/>
              <a:gd name="connsiteX2" fmla="*/ 625837 w 6002468"/>
              <a:gd name="connsiteY2" fmla="*/ 0 h 3975899"/>
              <a:gd name="connsiteX3" fmla="*/ 7108 w 6002468"/>
              <a:gd name="connsiteY3" fmla="*/ 616415 h 3975899"/>
              <a:gd name="connsiteX4" fmla="*/ 2 w 6002468"/>
              <a:gd name="connsiteY4" fmla="*/ 3356288 h 3975899"/>
              <a:gd name="connsiteX5" fmla="*/ 618731 w 6002468"/>
              <a:gd name="connsiteY5" fmla="*/ 3975900 h 3975899"/>
              <a:gd name="connsiteX6" fmla="*/ 4216080 w 6002468"/>
              <a:gd name="connsiteY6" fmla="*/ 3975900 h 3975899"/>
              <a:gd name="connsiteX7" fmla="*/ 4814186 w 6002468"/>
              <a:gd name="connsiteY7" fmla="*/ 3376497 h 3975899"/>
              <a:gd name="connsiteX8" fmla="*/ 5408322 w 6002468"/>
              <a:gd name="connsiteY8" fmla="*/ 2781070 h 3975899"/>
              <a:gd name="connsiteX9" fmla="*/ 6002469 w 6002468"/>
              <a:gd name="connsiteY9" fmla="*/ 2187610 h 3975899"/>
              <a:gd name="connsiteX10" fmla="*/ 6002469 w 6002468"/>
              <a:gd name="connsiteY10" fmla="*/ 618016 h 39758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6002468" h="3975899">
                <a:moveTo>
                  <a:pt x="6002469" y="618016"/>
                </a:moveTo>
                <a:cubicBezTo>
                  <a:pt x="6002469" y="276695"/>
                  <a:pt x="5725453" y="0"/>
                  <a:pt x="5383738" y="0"/>
                </a:cubicBezTo>
                <a:lnTo>
                  <a:pt x="625837" y="0"/>
                </a:lnTo>
                <a:cubicBezTo>
                  <a:pt x="284747" y="0"/>
                  <a:pt x="7992" y="275720"/>
                  <a:pt x="7108" y="616415"/>
                </a:cubicBezTo>
                <a:lnTo>
                  <a:pt x="2" y="3356288"/>
                </a:lnTo>
                <a:cubicBezTo>
                  <a:pt x="-885" y="3698226"/>
                  <a:pt x="276389" y="3975900"/>
                  <a:pt x="618731" y="3975900"/>
                </a:cubicBezTo>
                <a:lnTo>
                  <a:pt x="4216080" y="3975900"/>
                </a:lnTo>
                <a:cubicBezTo>
                  <a:pt x="4546400" y="3975900"/>
                  <a:pt x="4814186" y="3706445"/>
                  <a:pt x="4814186" y="3376497"/>
                </a:cubicBezTo>
                <a:cubicBezTo>
                  <a:pt x="4814186" y="3048743"/>
                  <a:pt x="5080189" y="2781070"/>
                  <a:pt x="5408322" y="2781070"/>
                </a:cubicBezTo>
                <a:cubicBezTo>
                  <a:pt x="5736456" y="2781070"/>
                  <a:pt x="6002469" y="2515375"/>
                  <a:pt x="6002469" y="2187610"/>
                </a:cubicBezTo>
                <a:lnTo>
                  <a:pt x="6002469" y="618016"/>
                </a:lnTo>
                <a:close/>
              </a:path>
            </a:pathLst>
          </a:custGeom>
          <a:gradFill>
            <a:gsLst>
              <a:gs pos="0">
                <a:srgbClr val="E0E1E3"/>
              </a:gs>
              <a:gs pos="79500">
                <a:srgbClr val="F3F3F5"/>
              </a:gs>
            </a:gsLst>
            <a:lin ang="3243474" scaled="1"/>
          </a:gradFill>
          <a:ln w="10309" cap="flat">
            <a:noFill/>
            <a:prstDash val="solid"/>
            <a:miter/>
          </a:ln>
        </p:spPr>
        <p:txBody>
          <a:bodyPr rtlCol="0" anchor="ctr"/>
          <a:lstStyle/>
          <a:p>
            <a:endParaRPr lang="ru-RU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14" name="Рисунок 3">
            <a:extLst>
              <a:ext uri="{FF2B5EF4-FFF2-40B4-BE49-F238E27FC236}">
                <a16:creationId xmlns:a16="http://schemas.microsoft.com/office/drawing/2014/main" id="{BE82D4E0-C7D9-F4C5-5F35-AEA5153AC6D4}"/>
              </a:ext>
            </a:extLst>
          </p:cNvPr>
          <p:cNvSpPr/>
          <p:nvPr userDrawn="1"/>
        </p:nvSpPr>
        <p:spPr>
          <a:xfrm>
            <a:off x="615403" y="2303032"/>
            <a:ext cx="6002468" cy="3975899"/>
          </a:xfrm>
          <a:custGeom>
            <a:avLst/>
            <a:gdLst>
              <a:gd name="connsiteX0" fmla="*/ 6002469 w 6002468"/>
              <a:gd name="connsiteY0" fmla="*/ 618016 h 3975899"/>
              <a:gd name="connsiteX1" fmla="*/ 5383738 w 6002468"/>
              <a:gd name="connsiteY1" fmla="*/ 0 h 3975899"/>
              <a:gd name="connsiteX2" fmla="*/ 625837 w 6002468"/>
              <a:gd name="connsiteY2" fmla="*/ 0 h 3975899"/>
              <a:gd name="connsiteX3" fmla="*/ 7108 w 6002468"/>
              <a:gd name="connsiteY3" fmla="*/ 616415 h 3975899"/>
              <a:gd name="connsiteX4" fmla="*/ 2 w 6002468"/>
              <a:gd name="connsiteY4" fmla="*/ 3356288 h 3975899"/>
              <a:gd name="connsiteX5" fmla="*/ 618731 w 6002468"/>
              <a:gd name="connsiteY5" fmla="*/ 3975900 h 3975899"/>
              <a:gd name="connsiteX6" fmla="*/ 4216080 w 6002468"/>
              <a:gd name="connsiteY6" fmla="*/ 3975900 h 3975899"/>
              <a:gd name="connsiteX7" fmla="*/ 4814186 w 6002468"/>
              <a:gd name="connsiteY7" fmla="*/ 3376497 h 3975899"/>
              <a:gd name="connsiteX8" fmla="*/ 5408322 w 6002468"/>
              <a:gd name="connsiteY8" fmla="*/ 2781070 h 3975899"/>
              <a:gd name="connsiteX9" fmla="*/ 6002469 w 6002468"/>
              <a:gd name="connsiteY9" fmla="*/ 2187610 h 3975899"/>
              <a:gd name="connsiteX10" fmla="*/ 6002469 w 6002468"/>
              <a:gd name="connsiteY10" fmla="*/ 618016 h 39758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6002468" h="3975899">
                <a:moveTo>
                  <a:pt x="6002469" y="618016"/>
                </a:moveTo>
                <a:cubicBezTo>
                  <a:pt x="6002469" y="276695"/>
                  <a:pt x="5725453" y="0"/>
                  <a:pt x="5383738" y="0"/>
                </a:cubicBezTo>
                <a:lnTo>
                  <a:pt x="625837" y="0"/>
                </a:lnTo>
                <a:cubicBezTo>
                  <a:pt x="284747" y="0"/>
                  <a:pt x="7992" y="275720"/>
                  <a:pt x="7108" y="616415"/>
                </a:cubicBezTo>
                <a:lnTo>
                  <a:pt x="2" y="3356288"/>
                </a:lnTo>
                <a:cubicBezTo>
                  <a:pt x="-885" y="3698226"/>
                  <a:pt x="276389" y="3975900"/>
                  <a:pt x="618731" y="3975900"/>
                </a:cubicBezTo>
                <a:lnTo>
                  <a:pt x="4216080" y="3975900"/>
                </a:lnTo>
                <a:cubicBezTo>
                  <a:pt x="4546400" y="3975900"/>
                  <a:pt x="4814186" y="3706445"/>
                  <a:pt x="4814186" y="3376497"/>
                </a:cubicBezTo>
                <a:cubicBezTo>
                  <a:pt x="4814186" y="3048743"/>
                  <a:pt x="5080189" y="2781070"/>
                  <a:pt x="5408322" y="2781070"/>
                </a:cubicBezTo>
                <a:cubicBezTo>
                  <a:pt x="5736456" y="2781070"/>
                  <a:pt x="6002469" y="2515375"/>
                  <a:pt x="6002469" y="2187610"/>
                </a:cubicBezTo>
                <a:lnTo>
                  <a:pt x="6002469" y="618016"/>
                </a:lnTo>
                <a:close/>
              </a:path>
            </a:pathLst>
          </a:custGeom>
          <a:gradFill>
            <a:gsLst>
              <a:gs pos="0">
                <a:srgbClr val="E0E1E3"/>
              </a:gs>
              <a:gs pos="79500">
                <a:srgbClr val="F3F3F5"/>
              </a:gs>
            </a:gsLst>
            <a:lin ang="3243474" scaled="1"/>
          </a:gradFill>
          <a:ln w="10309" cap="flat">
            <a:noFill/>
            <a:prstDash val="solid"/>
            <a:miter/>
          </a:ln>
        </p:spPr>
        <p:txBody>
          <a:bodyPr rtlCol="0" anchor="ctr"/>
          <a:lstStyle/>
          <a:p>
            <a:endParaRPr lang="ru-RU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15" name="Рисунок 3">
            <a:extLst>
              <a:ext uri="{FF2B5EF4-FFF2-40B4-BE49-F238E27FC236}">
                <a16:creationId xmlns:a16="http://schemas.microsoft.com/office/drawing/2014/main" id="{FABD9EAD-22E6-5B1C-D342-6F9320852561}"/>
              </a:ext>
            </a:extLst>
          </p:cNvPr>
          <p:cNvSpPr/>
          <p:nvPr userDrawn="1"/>
        </p:nvSpPr>
        <p:spPr>
          <a:xfrm>
            <a:off x="6890697" y="2303032"/>
            <a:ext cx="6002468" cy="3975899"/>
          </a:xfrm>
          <a:custGeom>
            <a:avLst/>
            <a:gdLst>
              <a:gd name="connsiteX0" fmla="*/ 6002469 w 6002468"/>
              <a:gd name="connsiteY0" fmla="*/ 618016 h 3975899"/>
              <a:gd name="connsiteX1" fmla="*/ 5383738 w 6002468"/>
              <a:gd name="connsiteY1" fmla="*/ 0 h 3975899"/>
              <a:gd name="connsiteX2" fmla="*/ 625837 w 6002468"/>
              <a:gd name="connsiteY2" fmla="*/ 0 h 3975899"/>
              <a:gd name="connsiteX3" fmla="*/ 7108 w 6002468"/>
              <a:gd name="connsiteY3" fmla="*/ 616415 h 3975899"/>
              <a:gd name="connsiteX4" fmla="*/ 2 w 6002468"/>
              <a:gd name="connsiteY4" fmla="*/ 3356288 h 3975899"/>
              <a:gd name="connsiteX5" fmla="*/ 618731 w 6002468"/>
              <a:gd name="connsiteY5" fmla="*/ 3975900 h 3975899"/>
              <a:gd name="connsiteX6" fmla="*/ 4216080 w 6002468"/>
              <a:gd name="connsiteY6" fmla="*/ 3975900 h 3975899"/>
              <a:gd name="connsiteX7" fmla="*/ 4814186 w 6002468"/>
              <a:gd name="connsiteY7" fmla="*/ 3376497 h 3975899"/>
              <a:gd name="connsiteX8" fmla="*/ 5408322 w 6002468"/>
              <a:gd name="connsiteY8" fmla="*/ 2781070 h 3975899"/>
              <a:gd name="connsiteX9" fmla="*/ 6002469 w 6002468"/>
              <a:gd name="connsiteY9" fmla="*/ 2187610 h 3975899"/>
              <a:gd name="connsiteX10" fmla="*/ 6002469 w 6002468"/>
              <a:gd name="connsiteY10" fmla="*/ 618016 h 39758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6002468" h="3975899">
                <a:moveTo>
                  <a:pt x="6002469" y="618016"/>
                </a:moveTo>
                <a:cubicBezTo>
                  <a:pt x="6002469" y="276695"/>
                  <a:pt x="5725453" y="0"/>
                  <a:pt x="5383738" y="0"/>
                </a:cubicBezTo>
                <a:lnTo>
                  <a:pt x="625837" y="0"/>
                </a:lnTo>
                <a:cubicBezTo>
                  <a:pt x="284747" y="0"/>
                  <a:pt x="7992" y="275720"/>
                  <a:pt x="7108" y="616415"/>
                </a:cubicBezTo>
                <a:lnTo>
                  <a:pt x="2" y="3356288"/>
                </a:lnTo>
                <a:cubicBezTo>
                  <a:pt x="-885" y="3698226"/>
                  <a:pt x="276389" y="3975900"/>
                  <a:pt x="618731" y="3975900"/>
                </a:cubicBezTo>
                <a:lnTo>
                  <a:pt x="4216080" y="3975900"/>
                </a:lnTo>
                <a:cubicBezTo>
                  <a:pt x="4546400" y="3975900"/>
                  <a:pt x="4814186" y="3706445"/>
                  <a:pt x="4814186" y="3376497"/>
                </a:cubicBezTo>
                <a:cubicBezTo>
                  <a:pt x="4814186" y="3048743"/>
                  <a:pt x="5080189" y="2781070"/>
                  <a:pt x="5408322" y="2781070"/>
                </a:cubicBezTo>
                <a:cubicBezTo>
                  <a:pt x="5736456" y="2781070"/>
                  <a:pt x="6002469" y="2515375"/>
                  <a:pt x="6002469" y="2187610"/>
                </a:cubicBezTo>
                <a:lnTo>
                  <a:pt x="6002469" y="618016"/>
                </a:lnTo>
                <a:close/>
              </a:path>
            </a:pathLst>
          </a:custGeom>
          <a:gradFill>
            <a:gsLst>
              <a:gs pos="0">
                <a:srgbClr val="E0E1E3"/>
              </a:gs>
              <a:gs pos="79500">
                <a:srgbClr val="F3F3F5"/>
              </a:gs>
            </a:gsLst>
            <a:lin ang="3243474" scaled="1"/>
          </a:gradFill>
          <a:ln w="10309" cap="flat">
            <a:noFill/>
            <a:prstDash val="solid"/>
            <a:miter/>
          </a:ln>
        </p:spPr>
        <p:txBody>
          <a:bodyPr rtlCol="0" anchor="ctr"/>
          <a:lstStyle/>
          <a:p>
            <a:endParaRPr lang="ru-RU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16" name="Рисунок 3">
            <a:extLst>
              <a:ext uri="{FF2B5EF4-FFF2-40B4-BE49-F238E27FC236}">
                <a16:creationId xmlns:a16="http://schemas.microsoft.com/office/drawing/2014/main" id="{F2FF0358-5E97-8E4F-7D36-C076A812679C}"/>
              </a:ext>
            </a:extLst>
          </p:cNvPr>
          <p:cNvSpPr/>
          <p:nvPr userDrawn="1"/>
        </p:nvSpPr>
        <p:spPr>
          <a:xfrm>
            <a:off x="13165992" y="2303032"/>
            <a:ext cx="6002468" cy="3975899"/>
          </a:xfrm>
          <a:custGeom>
            <a:avLst/>
            <a:gdLst>
              <a:gd name="connsiteX0" fmla="*/ 6002469 w 6002468"/>
              <a:gd name="connsiteY0" fmla="*/ 618016 h 3975899"/>
              <a:gd name="connsiteX1" fmla="*/ 5383738 w 6002468"/>
              <a:gd name="connsiteY1" fmla="*/ 0 h 3975899"/>
              <a:gd name="connsiteX2" fmla="*/ 625837 w 6002468"/>
              <a:gd name="connsiteY2" fmla="*/ 0 h 3975899"/>
              <a:gd name="connsiteX3" fmla="*/ 7108 w 6002468"/>
              <a:gd name="connsiteY3" fmla="*/ 616415 h 3975899"/>
              <a:gd name="connsiteX4" fmla="*/ 2 w 6002468"/>
              <a:gd name="connsiteY4" fmla="*/ 3356288 h 3975899"/>
              <a:gd name="connsiteX5" fmla="*/ 618731 w 6002468"/>
              <a:gd name="connsiteY5" fmla="*/ 3975900 h 3975899"/>
              <a:gd name="connsiteX6" fmla="*/ 4216080 w 6002468"/>
              <a:gd name="connsiteY6" fmla="*/ 3975900 h 3975899"/>
              <a:gd name="connsiteX7" fmla="*/ 4814186 w 6002468"/>
              <a:gd name="connsiteY7" fmla="*/ 3376497 h 3975899"/>
              <a:gd name="connsiteX8" fmla="*/ 5408322 w 6002468"/>
              <a:gd name="connsiteY8" fmla="*/ 2781070 h 3975899"/>
              <a:gd name="connsiteX9" fmla="*/ 6002469 w 6002468"/>
              <a:gd name="connsiteY9" fmla="*/ 2187610 h 3975899"/>
              <a:gd name="connsiteX10" fmla="*/ 6002469 w 6002468"/>
              <a:gd name="connsiteY10" fmla="*/ 618016 h 39758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6002468" h="3975899">
                <a:moveTo>
                  <a:pt x="6002469" y="618016"/>
                </a:moveTo>
                <a:cubicBezTo>
                  <a:pt x="6002469" y="276695"/>
                  <a:pt x="5725453" y="0"/>
                  <a:pt x="5383738" y="0"/>
                </a:cubicBezTo>
                <a:lnTo>
                  <a:pt x="625837" y="0"/>
                </a:lnTo>
                <a:cubicBezTo>
                  <a:pt x="284747" y="0"/>
                  <a:pt x="7992" y="275720"/>
                  <a:pt x="7108" y="616415"/>
                </a:cubicBezTo>
                <a:lnTo>
                  <a:pt x="2" y="3356288"/>
                </a:lnTo>
                <a:cubicBezTo>
                  <a:pt x="-885" y="3698226"/>
                  <a:pt x="276389" y="3975900"/>
                  <a:pt x="618731" y="3975900"/>
                </a:cubicBezTo>
                <a:lnTo>
                  <a:pt x="4216080" y="3975900"/>
                </a:lnTo>
                <a:cubicBezTo>
                  <a:pt x="4546400" y="3975900"/>
                  <a:pt x="4814186" y="3706445"/>
                  <a:pt x="4814186" y="3376497"/>
                </a:cubicBezTo>
                <a:cubicBezTo>
                  <a:pt x="4814186" y="3048743"/>
                  <a:pt x="5080189" y="2781070"/>
                  <a:pt x="5408322" y="2781070"/>
                </a:cubicBezTo>
                <a:cubicBezTo>
                  <a:pt x="5736456" y="2781070"/>
                  <a:pt x="6002469" y="2515375"/>
                  <a:pt x="6002469" y="2187610"/>
                </a:cubicBezTo>
                <a:lnTo>
                  <a:pt x="6002469" y="618016"/>
                </a:lnTo>
                <a:close/>
              </a:path>
            </a:pathLst>
          </a:custGeom>
          <a:gradFill>
            <a:gsLst>
              <a:gs pos="0">
                <a:srgbClr val="E0E1E3"/>
              </a:gs>
              <a:gs pos="79500">
                <a:srgbClr val="F3F3F5"/>
              </a:gs>
            </a:gsLst>
            <a:lin ang="3243474" scaled="1"/>
          </a:gradFill>
          <a:ln w="10309" cap="flat">
            <a:noFill/>
            <a:prstDash val="solid"/>
            <a:miter/>
          </a:ln>
        </p:spPr>
        <p:txBody>
          <a:bodyPr rtlCol="0" anchor="ctr"/>
          <a:lstStyle/>
          <a:p>
            <a:endParaRPr lang="ru-RU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3" name="Номер слайда">
            <a:extLst>
              <a:ext uri="{FF2B5EF4-FFF2-40B4-BE49-F238E27FC236}">
                <a16:creationId xmlns:a16="http://schemas.microsoft.com/office/drawing/2014/main" id="{DACB921E-34F4-B39F-CB56-695B4094A798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123224499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7" pos="4172">
          <p15:clr>
            <a:srgbClr val="FBAE40"/>
          </p15:clr>
        </p15:guide>
        <p15:guide id="8" pos="4331">
          <p15:clr>
            <a:srgbClr val="FBAE40"/>
          </p15:clr>
        </p15:guide>
        <p15:guide id="15" pos="8118">
          <p15:clr>
            <a:srgbClr val="FBAE40"/>
          </p15:clr>
        </p15:guide>
        <p15:guide id="16" pos="8277">
          <p15:clr>
            <a:srgbClr val="FBAE40"/>
          </p15:clr>
        </p15:guide>
        <p15:guide id="25" orient="horz" pos="1292">
          <p15:clr>
            <a:srgbClr val="FBAE40"/>
          </p15:clr>
        </p15:guide>
        <p15:guide id="26" orient="horz" pos="1451">
          <p15:clr>
            <a:srgbClr val="FBAE40"/>
          </p15:clr>
        </p15:guide>
        <p15:guide id="37" orient="horz" pos="3969">
          <p15:clr>
            <a:srgbClr val="FBAE40"/>
          </p15:clr>
        </p15:guide>
        <p15:guide id="38" orient="horz" pos="4127">
          <p15:clr>
            <a:srgbClr val="FBAE4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лашки с вырезами 3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5155B62F-4A6E-2A82-8A84-5903ADA9D23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045591" y="646767"/>
            <a:ext cx="4462572" cy="4820680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1351C10-78BB-5B20-4FF5-0DB0E767ECC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743715" y="646767"/>
            <a:ext cx="4462572" cy="4820680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252FB24B-11AB-60BA-2CC4-A9008381389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045591" y="5707498"/>
            <a:ext cx="4462572" cy="4820680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5E0D87DE-52A9-9D4F-8F6F-A0E7DE0FD1E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743715" y="5707498"/>
            <a:ext cx="4462572" cy="4820680"/>
          </a:xfrm>
          <a:prstGeom prst="rect">
            <a:avLst/>
          </a:prstGeom>
        </p:spPr>
      </p:pic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916BD939-3B26-76D5-C800-C54CAF8335E2}"/>
              </a:ext>
            </a:extLst>
          </p:cNvPr>
          <p:cNvSpPr/>
          <p:nvPr userDrawn="1"/>
        </p:nvSpPr>
        <p:spPr>
          <a:xfrm>
            <a:off x="611188" y="640525"/>
            <a:ext cx="9142522" cy="9860725"/>
          </a:xfrm>
          <a:prstGeom prst="roundRect">
            <a:avLst>
              <a:gd name="adj" fmla="val 5633"/>
            </a:avLst>
          </a:prstGeom>
          <a:gradFill>
            <a:gsLst>
              <a:gs pos="0">
                <a:schemeClr val="accent1"/>
              </a:gs>
              <a:gs pos="100000">
                <a:srgbClr val="FFE560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8" name="Овал 7">
            <a:extLst>
              <a:ext uri="{FF2B5EF4-FFF2-40B4-BE49-F238E27FC236}">
                <a16:creationId xmlns:a16="http://schemas.microsoft.com/office/drawing/2014/main" id="{FBF3750D-2DFD-F99F-B82A-E3DC5B9FF4B2}"/>
              </a:ext>
            </a:extLst>
          </p:cNvPr>
          <p:cNvSpPr/>
          <p:nvPr userDrawn="1"/>
        </p:nvSpPr>
        <p:spPr>
          <a:xfrm>
            <a:off x="13574110" y="4501547"/>
            <a:ext cx="934053" cy="934053"/>
          </a:xfrm>
          <a:prstGeom prst="ellipse">
            <a:avLst/>
          </a:prstGeom>
          <a:solidFill>
            <a:srgbClr val="EBEBED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9" name="Овал 8">
            <a:extLst>
              <a:ext uri="{FF2B5EF4-FFF2-40B4-BE49-F238E27FC236}">
                <a16:creationId xmlns:a16="http://schemas.microsoft.com/office/drawing/2014/main" id="{82D75B98-C8BD-7E80-EB35-404F3A4E5085}"/>
              </a:ext>
            </a:extLst>
          </p:cNvPr>
          <p:cNvSpPr/>
          <p:nvPr userDrawn="1"/>
        </p:nvSpPr>
        <p:spPr>
          <a:xfrm>
            <a:off x="18249627" y="4501547"/>
            <a:ext cx="934053" cy="934053"/>
          </a:xfrm>
          <a:prstGeom prst="ellipse">
            <a:avLst/>
          </a:prstGeom>
          <a:solidFill>
            <a:srgbClr val="EBEBED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10" name="Овал 9">
            <a:extLst>
              <a:ext uri="{FF2B5EF4-FFF2-40B4-BE49-F238E27FC236}">
                <a16:creationId xmlns:a16="http://schemas.microsoft.com/office/drawing/2014/main" id="{0B3A63ED-36B1-28D9-148F-2B61F8224B1E}"/>
              </a:ext>
            </a:extLst>
          </p:cNvPr>
          <p:cNvSpPr/>
          <p:nvPr userDrawn="1"/>
        </p:nvSpPr>
        <p:spPr>
          <a:xfrm>
            <a:off x="13574110" y="9573879"/>
            <a:ext cx="934053" cy="934053"/>
          </a:xfrm>
          <a:prstGeom prst="ellipse">
            <a:avLst/>
          </a:prstGeom>
          <a:solidFill>
            <a:srgbClr val="EBEBED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11" name="Овал 10">
            <a:extLst>
              <a:ext uri="{FF2B5EF4-FFF2-40B4-BE49-F238E27FC236}">
                <a16:creationId xmlns:a16="http://schemas.microsoft.com/office/drawing/2014/main" id="{4454C450-F9B0-9EAD-A161-CF618C3A67C7}"/>
              </a:ext>
            </a:extLst>
          </p:cNvPr>
          <p:cNvSpPr/>
          <p:nvPr userDrawn="1"/>
        </p:nvSpPr>
        <p:spPr>
          <a:xfrm>
            <a:off x="18249627" y="9573879"/>
            <a:ext cx="934053" cy="934053"/>
          </a:xfrm>
          <a:prstGeom prst="ellipse">
            <a:avLst/>
          </a:prstGeom>
          <a:solidFill>
            <a:srgbClr val="EBEBED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12" name="Номер слайда">
            <a:extLst>
              <a:ext uri="{FF2B5EF4-FFF2-40B4-BE49-F238E27FC236}">
                <a16:creationId xmlns:a16="http://schemas.microsoft.com/office/drawing/2014/main" id="{D1B6CA6C-26DC-2726-A85C-C4574E4DC185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71046905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 с заполнителем 8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C1A7209C-701D-EFF1-D053-EF206B5C75D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20352" y="62"/>
            <a:ext cx="19840004" cy="11160000"/>
          </a:xfrm>
          <a:prstGeom prst="rect">
            <a:avLst/>
          </a:prstGeom>
        </p:spPr>
      </p:pic>
      <p:sp>
        <p:nvSpPr>
          <p:cNvPr id="6" name="Скругленный прямоугольник 5">
            <a:extLst>
              <a:ext uri="{FF2B5EF4-FFF2-40B4-BE49-F238E27FC236}">
                <a16:creationId xmlns:a16="http://schemas.microsoft.com/office/drawing/2014/main" id="{F788B8D0-382E-E7BB-6C27-EDE5B651FA43}"/>
              </a:ext>
            </a:extLst>
          </p:cNvPr>
          <p:cNvSpPr/>
          <p:nvPr userDrawn="1"/>
        </p:nvSpPr>
        <p:spPr>
          <a:xfrm>
            <a:off x="611188" y="647700"/>
            <a:ext cx="12276137" cy="9864725"/>
          </a:xfrm>
          <a:prstGeom prst="roundRect">
            <a:avLst>
              <a:gd name="adj" fmla="val 5188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7" name="Рисунок 5">
            <a:extLst>
              <a:ext uri="{FF2B5EF4-FFF2-40B4-BE49-F238E27FC236}">
                <a16:creationId xmlns:a16="http://schemas.microsoft.com/office/drawing/2014/main" id="{51327A71-84B7-1359-8F86-115743DA08B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13139738" y="647700"/>
            <a:ext cx="6045749" cy="9864725"/>
          </a:xfrm>
          <a:prstGeom prst="roundRect">
            <a:avLst>
              <a:gd name="adj" fmla="val 8098"/>
            </a:avLst>
          </a:prstGeom>
          <a:solidFill>
            <a:schemeClr val="accent6"/>
          </a:solidFill>
        </p:spPr>
        <p:txBody>
          <a:bodyPr/>
          <a:lstStyle>
            <a:lvl1pPr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Вставка фото</a:t>
            </a:r>
          </a:p>
        </p:txBody>
      </p:sp>
      <p:sp>
        <p:nvSpPr>
          <p:cNvPr id="4" name="Номер слайда">
            <a:extLst>
              <a:ext uri="{FF2B5EF4-FFF2-40B4-BE49-F238E27FC236}">
                <a16:creationId xmlns:a16="http://schemas.microsoft.com/office/drawing/2014/main" id="{75CAD5DB-3636-72FD-E8CC-C6F5AF14168E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solidFill>
                  <a:schemeClr val="accent6"/>
                </a:solidFill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346831334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 с плашкой 1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707CB543-CBDA-C4F6-DBB7-0AA62B3B8134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DE015856-6BC4-C5EC-CB3A-06EBEC83D472}"/>
              </a:ext>
            </a:extLst>
          </p:cNvPr>
          <p:cNvSpPr/>
          <p:nvPr userDrawn="1"/>
        </p:nvSpPr>
        <p:spPr>
          <a:xfrm>
            <a:off x="6875463" y="647700"/>
            <a:ext cx="12312650" cy="9864725"/>
          </a:xfrm>
          <a:prstGeom prst="roundRect">
            <a:avLst>
              <a:gd name="adj" fmla="val 4802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5" name="Номер слайда">
            <a:extLst>
              <a:ext uri="{FF2B5EF4-FFF2-40B4-BE49-F238E27FC236}">
                <a16:creationId xmlns:a16="http://schemas.microsoft.com/office/drawing/2014/main" id="{16979B78-5F90-43E6-DDA5-D62A47926D34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16857356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 с плашкой 1-1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707CB543-CBDA-C4F6-DBB7-0AA62B3B8134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solidFill>
            <a:schemeClr val="accent2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DE015856-6BC4-C5EC-CB3A-06EBEC83D472}"/>
              </a:ext>
            </a:extLst>
          </p:cNvPr>
          <p:cNvSpPr/>
          <p:nvPr userDrawn="1"/>
        </p:nvSpPr>
        <p:spPr>
          <a:xfrm>
            <a:off x="6875463" y="647700"/>
            <a:ext cx="12312650" cy="9864725"/>
          </a:xfrm>
          <a:prstGeom prst="roundRect">
            <a:avLst>
              <a:gd name="adj" fmla="val 4802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5" name="Номер слайда">
            <a:extLst>
              <a:ext uri="{FF2B5EF4-FFF2-40B4-BE49-F238E27FC236}">
                <a16:creationId xmlns:a16="http://schemas.microsoft.com/office/drawing/2014/main" id="{3385ED10-9BB3-A085-119F-84355A318DF2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solidFill>
                  <a:schemeClr val="accent6"/>
                </a:solidFill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811048811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 с плашкой 2 гор.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707CB543-CBDA-C4F6-DBB7-0AA62B3B8134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5" name="Скругленный прямоугольник 4">
            <a:extLst>
              <a:ext uri="{FF2B5EF4-FFF2-40B4-BE49-F238E27FC236}">
                <a16:creationId xmlns:a16="http://schemas.microsoft.com/office/drawing/2014/main" id="{4D4F7591-5947-6E56-E200-33ABEB45DD29}"/>
              </a:ext>
            </a:extLst>
          </p:cNvPr>
          <p:cNvSpPr/>
          <p:nvPr userDrawn="1"/>
        </p:nvSpPr>
        <p:spPr>
          <a:xfrm>
            <a:off x="611188" y="3167064"/>
            <a:ext cx="18576925" cy="7345362"/>
          </a:xfrm>
          <a:prstGeom prst="roundRect">
            <a:avLst>
              <a:gd name="adj" fmla="val 6545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4" name="Номер слайда">
            <a:extLst>
              <a:ext uri="{FF2B5EF4-FFF2-40B4-BE49-F238E27FC236}">
                <a16:creationId xmlns:a16="http://schemas.microsoft.com/office/drawing/2014/main" id="{94C91BC5-2FEE-6EFE-0AB5-DC32049551FE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665562669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 с 2 плашками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707CB543-CBDA-C4F6-DBB7-0AA62B3B8134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82686D7D-2C5B-7C59-DE64-DB7826C86F4C}"/>
              </a:ext>
            </a:extLst>
          </p:cNvPr>
          <p:cNvSpPr/>
          <p:nvPr userDrawn="1"/>
        </p:nvSpPr>
        <p:spPr>
          <a:xfrm>
            <a:off x="611189" y="3167064"/>
            <a:ext cx="9180512" cy="7345362"/>
          </a:xfrm>
          <a:prstGeom prst="roundRect">
            <a:avLst>
              <a:gd name="adj" fmla="val 7250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6" name="Скругленный прямоугольник 5">
            <a:extLst>
              <a:ext uri="{FF2B5EF4-FFF2-40B4-BE49-F238E27FC236}">
                <a16:creationId xmlns:a16="http://schemas.microsoft.com/office/drawing/2014/main" id="{315A0197-1B36-BE20-0422-B841D0AD33C5}"/>
              </a:ext>
            </a:extLst>
          </p:cNvPr>
          <p:cNvSpPr/>
          <p:nvPr userDrawn="1"/>
        </p:nvSpPr>
        <p:spPr>
          <a:xfrm>
            <a:off x="10048487" y="3167064"/>
            <a:ext cx="9139624" cy="7345362"/>
          </a:xfrm>
          <a:prstGeom prst="roundRect">
            <a:avLst>
              <a:gd name="adj" fmla="val 7015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5" name="Номер слайда">
            <a:extLst>
              <a:ext uri="{FF2B5EF4-FFF2-40B4-BE49-F238E27FC236}">
                <a16:creationId xmlns:a16="http://schemas.microsoft.com/office/drawing/2014/main" id="{DEE51519-DF49-690F-5A20-FF1251D62E64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3787396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9" orient="horz" pos="1995" userDrawn="1">
          <p15:clr>
            <a:srgbClr val="FBAE4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 с заполнителем 1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707CB543-CBDA-C4F6-DBB7-0AA62B3B8134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C6024128-7667-9EE3-6AEF-FBE898BBBA29}"/>
              </a:ext>
            </a:extLst>
          </p:cNvPr>
          <p:cNvSpPr/>
          <p:nvPr userDrawn="1"/>
        </p:nvSpPr>
        <p:spPr>
          <a:xfrm>
            <a:off x="6893719" y="647700"/>
            <a:ext cx="12294394" cy="9864725"/>
          </a:xfrm>
          <a:prstGeom prst="roundRect">
            <a:avLst>
              <a:gd name="adj" fmla="val 5022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5" name="Рисунок 6">
            <a:extLst>
              <a:ext uri="{FF2B5EF4-FFF2-40B4-BE49-F238E27FC236}">
                <a16:creationId xmlns:a16="http://schemas.microsoft.com/office/drawing/2014/main" id="{32AD7565-3801-157D-ECCD-DA0A097572B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11188" y="647700"/>
            <a:ext cx="6011862" cy="9864725"/>
          </a:xfrm>
          <a:prstGeom prst="roundRect">
            <a:avLst>
              <a:gd name="adj" fmla="val 8632"/>
            </a:avLst>
          </a:prstGeom>
          <a:solidFill>
            <a:schemeClr val="accent6"/>
          </a:solidFill>
        </p:spPr>
        <p:txBody>
          <a:bodyPr lIns="360000" tIns="360000" rIns="360000" bIns="360000"/>
          <a:lstStyle>
            <a:lvl1pPr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Вставка изображения</a:t>
            </a:r>
          </a:p>
        </p:txBody>
      </p:sp>
      <p:sp>
        <p:nvSpPr>
          <p:cNvPr id="6" name="Номер слайда">
            <a:extLst>
              <a:ext uri="{FF2B5EF4-FFF2-40B4-BE49-F238E27FC236}">
                <a16:creationId xmlns:a16="http://schemas.microsoft.com/office/drawing/2014/main" id="{CCA51760-F1E4-DA5E-F681-1C482259290A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848391065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 с заполнителем 2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Рисунок 5">
            <a:extLst>
              <a:ext uri="{FF2B5EF4-FFF2-40B4-BE49-F238E27FC236}">
                <a16:creationId xmlns:a16="http://schemas.microsoft.com/office/drawing/2014/main" id="{106D8025-2673-9F76-9704-0B62B7C9FD2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1188" y="2319229"/>
            <a:ext cx="18576925" cy="4845159"/>
          </a:xfrm>
          <a:prstGeom prst="roundRect">
            <a:avLst>
              <a:gd name="adj" fmla="val 10175"/>
            </a:avLst>
          </a:prstGeom>
          <a:solidFill>
            <a:srgbClr val="E0E1E3"/>
          </a:solidFill>
        </p:spPr>
        <p:txBody>
          <a:bodyPr/>
          <a:lstStyle>
            <a:lvl1pPr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endParaRPr lang="ru-RU" dirty="0"/>
          </a:p>
        </p:txBody>
      </p:sp>
      <p:sp>
        <p:nvSpPr>
          <p:cNvPr id="3" name="Номер слайда">
            <a:extLst>
              <a:ext uri="{FF2B5EF4-FFF2-40B4-BE49-F238E27FC236}">
                <a16:creationId xmlns:a16="http://schemas.microsoft.com/office/drawing/2014/main" id="{8D415FCC-F8A2-1C2F-AB16-D14F96D83187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16983920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26" orient="horz" pos="1451" userDrawn="1">
          <p15:clr>
            <a:srgbClr val="FBAE40"/>
          </p15:clr>
        </p15:guide>
        <p15:guide id="39" orient="horz" pos="4513" userDrawn="1">
          <p15:clr>
            <a:srgbClr val="FBAE40"/>
          </p15:clr>
        </p15:guide>
      </p15:sldGuideLst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 с заполнителем 3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083B3D84-087D-DD69-B9CD-1EA2D2D05C00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solidFill>
            <a:schemeClr val="accent2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16" name="Рисунок 5">
            <a:extLst>
              <a:ext uri="{FF2B5EF4-FFF2-40B4-BE49-F238E27FC236}">
                <a16:creationId xmlns:a16="http://schemas.microsoft.com/office/drawing/2014/main" id="{680A0F9C-C6DA-ED07-DC42-9B1392F55F9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8459788" y="647700"/>
            <a:ext cx="10725699" cy="9864725"/>
          </a:xfrm>
          <a:prstGeom prst="roundRect">
            <a:avLst>
              <a:gd name="adj" fmla="val 5480"/>
            </a:avLst>
          </a:prstGeom>
          <a:solidFill>
            <a:schemeClr val="accent6"/>
          </a:solidFill>
        </p:spPr>
        <p:txBody>
          <a:bodyPr/>
          <a:lstStyle>
            <a:lvl1pPr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Вставка фото</a:t>
            </a: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74D0E89C-6459-1FB5-B952-0CABBE20CC35}"/>
              </a:ext>
            </a:extLst>
          </p:cNvPr>
          <p:cNvSpPr/>
          <p:nvPr userDrawn="1"/>
        </p:nvSpPr>
        <p:spPr>
          <a:xfrm>
            <a:off x="613813" y="652653"/>
            <a:ext cx="7593562" cy="9859772"/>
          </a:xfrm>
          <a:prstGeom prst="roundRect">
            <a:avLst>
              <a:gd name="adj" fmla="val 6440"/>
            </a:avLst>
          </a:prstGeom>
          <a:gradFill>
            <a:gsLst>
              <a:gs pos="0">
                <a:schemeClr val="accent1"/>
              </a:gs>
              <a:gs pos="100000">
                <a:srgbClr val="FFE560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4" name="Номер слайда">
            <a:extLst>
              <a:ext uri="{FF2B5EF4-FFF2-40B4-BE49-F238E27FC236}">
                <a16:creationId xmlns:a16="http://schemas.microsoft.com/office/drawing/2014/main" id="{BF108BE3-E3A8-7336-4912-8058FF96306C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solidFill>
                  <a:schemeClr val="accent6"/>
                </a:solidFill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90887830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2" pos="11611">
          <p15:clr>
            <a:srgbClr val="FBAE40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 с заполнителем 4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Рисунок 6">
            <a:extLst>
              <a:ext uri="{FF2B5EF4-FFF2-40B4-BE49-F238E27FC236}">
                <a16:creationId xmlns:a16="http://schemas.microsoft.com/office/drawing/2014/main" id="{62235652-E410-14E7-3325-0B78EE2EEA60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11188" y="647700"/>
            <a:ext cx="7596187" cy="6516688"/>
          </a:xfrm>
          <a:prstGeom prst="roundRect">
            <a:avLst>
              <a:gd name="adj" fmla="val 8943"/>
            </a:avLst>
          </a:prstGeom>
          <a:solidFill>
            <a:schemeClr val="accent5"/>
          </a:solidFill>
        </p:spPr>
        <p:txBody>
          <a:bodyPr/>
          <a:lstStyle>
            <a:lvl1pPr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Вставка фото</a:t>
            </a:r>
          </a:p>
        </p:txBody>
      </p:sp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C19E53CE-B623-6004-1366-6FDE2EE962AF}"/>
              </a:ext>
            </a:extLst>
          </p:cNvPr>
          <p:cNvSpPr/>
          <p:nvPr userDrawn="1"/>
        </p:nvSpPr>
        <p:spPr>
          <a:xfrm>
            <a:off x="611188" y="7416800"/>
            <a:ext cx="7596187" cy="3095625"/>
          </a:xfrm>
          <a:prstGeom prst="roundRect">
            <a:avLst>
              <a:gd name="adj" fmla="val 19767"/>
            </a:avLst>
          </a:prstGeom>
          <a:gradFill>
            <a:gsLst>
              <a:gs pos="0">
                <a:schemeClr val="accent1"/>
              </a:gs>
              <a:gs pos="100000">
                <a:srgbClr val="FFE560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26B087EB-98BE-198C-78E9-848208EC6FF9}"/>
              </a:ext>
            </a:extLst>
          </p:cNvPr>
          <p:cNvSpPr/>
          <p:nvPr userDrawn="1"/>
        </p:nvSpPr>
        <p:spPr>
          <a:xfrm>
            <a:off x="8459788" y="647700"/>
            <a:ext cx="10725698" cy="9864725"/>
          </a:xfrm>
          <a:prstGeom prst="roundRect">
            <a:avLst>
              <a:gd name="adj" fmla="val 5360"/>
            </a:avLst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dirty="0"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5" name="Номер слайда">
            <a:extLst>
              <a:ext uri="{FF2B5EF4-FFF2-40B4-BE49-F238E27FC236}">
                <a16:creationId xmlns:a16="http://schemas.microsoft.com/office/drawing/2014/main" id="{3847AE31-56A8-C4CA-4584-F00061C3F027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89954486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pos="702" userDrawn="1">
          <p15:clr>
            <a:srgbClr val="FBAE40"/>
          </p15:clr>
        </p15:guide>
        <p15:guide id="2" pos="11611">
          <p15:clr>
            <a:srgbClr val="FBAE40"/>
          </p15:clr>
        </p15:guide>
        <p15:guide id="45" pos="5737" userDrawn="1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 с заполнителем 5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Рисунок 3">
            <a:extLst>
              <a:ext uri="{FF2B5EF4-FFF2-40B4-BE49-F238E27FC236}">
                <a16:creationId xmlns:a16="http://schemas.microsoft.com/office/drawing/2014/main" id="{FFD35A26-9840-8880-8120-6C5FC4EAA53D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9799300" cy="11160125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en-US" dirty="0" err="1"/>
              <a:t>В</a:t>
            </a:r>
            <a:r>
              <a:rPr lang="ru-RU" dirty="0"/>
              <a:t>ставка фото</a:t>
            </a:r>
          </a:p>
        </p:txBody>
      </p:sp>
    </p:spTree>
    <p:extLst>
      <p:ext uri="{BB962C8B-B14F-4D97-AF65-F5344CB8AC3E}">
        <p14:creationId xmlns:p14="http://schemas.microsoft.com/office/powerpoint/2010/main" val="886963868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 с заполнителем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A7747A12-741B-469C-5C9A-E220CF293408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6" name="Прямоугольник с двумя скругленными соседними углами 5">
            <a:extLst>
              <a:ext uri="{FF2B5EF4-FFF2-40B4-BE49-F238E27FC236}">
                <a16:creationId xmlns:a16="http://schemas.microsoft.com/office/drawing/2014/main" id="{6EA451E5-B806-965E-CA18-E6A3960CF92E}"/>
              </a:ext>
            </a:extLst>
          </p:cNvPr>
          <p:cNvSpPr/>
          <p:nvPr userDrawn="1"/>
        </p:nvSpPr>
        <p:spPr>
          <a:xfrm rot="16200000">
            <a:off x="5272880" y="-4013995"/>
            <a:ext cx="9864727" cy="19188112"/>
          </a:xfrm>
          <a:prstGeom prst="round2SameRect">
            <a:avLst>
              <a:gd name="adj1" fmla="val 7004"/>
              <a:gd name="adj2" fmla="val 0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10" name="Рисунок 9">
            <a:extLst>
              <a:ext uri="{FF2B5EF4-FFF2-40B4-BE49-F238E27FC236}">
                <a16:creationId xmlns:a16="http://schemas.microsoft.com/office/drawing/2014/main" id="{3ADA0302-5FE9-1BED-171B-04229C17B6B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9179860" y="647700"/>
            <a:ext cx="10619440" cy="9864725"/>
          </a:xfrm>
          <a:custGeom>
            <a:avLst/>
            <a:gdLst>
              <a:gd name="connsiteX0" fmla="*/ 729735 w 10619440"/>
              <a:gd name="connsiteY0" fmla="*/ 0 h 9864725"/>
              <a:gd name="connsiteX1" fmla="*/ 10619440 w 10619440"/>
              <a:gd name="connsiteY1" fmla="*/ 0 h 9864725"/>
              <a:gd name="connsiteX2" fmla="*/ 10619440 w 10619440"/>
              <a:gd name="connsiteY2" fmla="*/ 9864725 h 9864725"/>
              <a:gd name="connsiteX3" fmla="*/ 729793 w 10619440"/>
              <a:gd name="connsiteY3" fmla="*/ 9864725 h 9864725"/>
              <a:gd name="connsiteX4" fmla="*/ 0 w 10619440"/>
              <a:gd name="connsiteY4" fmla="*/ 9134932 h 9864725"/>
              <a:gd name="connsiteX5" fmla="*/ 0 w 10619440"/>
              <a:gd name="connsiteY5" fmla="*/ 729790 h 9864725"/>
              <a:gd name="connsiteX6" fmla="*/ 655176 w 10619440"/>
              <a:gd name="connsiteY6" fmla="*/ 3765 h 98647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0619440" h="9864725">
                <a:moveTo>
                  <a:pt x="729735" y="0"/>
                </a:moveTo>
                <a:lnTo>
                  <a:pt x="10619440" y="0"/>
                </a:lnTo>
                <a:lnTo>
                  <a:pt x="10619440" y="9864725"/>
                </a:lnTo>
                <a:lnTo>
                  <a:pt x="729793" y="9864725"/>
                </a:lnTo>
                <a:cubicBezTo>
                  <a:pt x="326739" y="9864725"/>
                  <a:pt x="0" y="9537986"/>
                  <a:pt x="0" y="9134932"/>
                </a:cubicBezTo>
                <a:lnTo>
                  <a:pt x="0" y="729790"/>
                </a:lnTo>
                <a:cubicBezTo>
                  <a:pt x="0" y="351927"/>
                  <a:pt x="287173" y="41138"/>
                  <a:pt x="655176" y="3765"/>
                </a:cubicBezTo>
                <a:close/>
              </a:path>
            </a:pathLst>
          </a:custGeom>
          <a:solidFill>
            <a:srgbClr val="E0E1E3"/>
          </a:solidFill>
        </p:spPr>
        <p:txBody>
          <a:bodyPr wrap="square" lIns="720000" tIns="720000" rIns="720000" bIns="720000">
            <a:noAutofit/>
          </a:bodyPr>
          <a:lstStyle>
            <a:lvl1pPr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Вставка рисунка</a:t>
            </a:r>
          </a:p>
        </p:txBody>
      </p:sp>
      <p:sp>
        <p:nvSpPr>
          <p:cNvPr id="2" name="Номер слайда">
            <a:extLst>
              <a:ext uri="{FF2B5EF4-FFF2-40B4-BE49-F238E27FC236}">
                <a16:creationId xmlns:a16="http://schemas.microsoft.com/office/drawing/2014/main" id="{D2924A27-D394-98E3-CF54-68EDEDD5F647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603435651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pos="861" userDrawn="1">
          <p15:clr>
            <a:srgbClr val="FBAE40"/>
          </p15:clr>
        </p15:guide>
        <p15:guide id="2" orient="horz" pos="861" userDrawn="1">
          <p15:clr>
            <a:srgbClr val="FBAE40"/>
          </p15:clr>
        </p15:guide>
      </p15:sldGuideLst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 с заполнителем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A7747A12-741B-469C-5C9A-E220CF293408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solidFill>
            <a:schemeClr val="accent2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6" name="Прямоугольник с двумя скругленными соседними углами 5">
            <a:extLst>
              <a:ext uri="{FF2B5EF4-FFF2-40B4-BE49-F238E27FC236}">
                <a16:creationId xmlns:a16="http://schemas.microsoft.com/office/drawing/2014/main" id="{6EA451E5-B806-965E-CA18-E6A3960CF92E}"/>
              </a:ext>
            </a:extLst>
          </p:cNvPr>
          <p:cNvSpPr/>
          <p:nvPr userDrawn="1"/>
        </p:nvSpPr>
        <p:spPr>
          <a:xfrm rot="16200000">
            <a:off x="5272880" y="-4013995"/>
            <a:ext cx="9864727" cy="19188112"/>
          </a:xfrm>
          <a:prstGeom prst="round2SameRect">
            <a:avLst>
              <a:gd name="adj1" fmla="val 7004"/>
              <a:gd name="adj2" fmla="val 0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10" name="Рисунок 9">
            <a:extLst>
              <a:ext uri="{FF2B5EF4-FFF2-40B4-BE49-F238E27FC236}">
                <a16:creationId xmlns:a16="http://schemas.microsoft.com/office/drawing/2014/main" id="{3ADA0302-5FE9-1BED-171B-04229C17B6B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9179860" y="647700"/>
            <a:ext cx="10619440" cy="9864725"/>
          </a:xfrm>
          <a:custGeom>
            <a:avLst/>
            <a:gdLst>
              <a:gd name="connsiteX0" fmla="*/ 729735 w 10619440"/>
              <a:gd name="connsiteY0" fmla="*/ 0 h 9864725"/>
              <a:gd name="connsiteX1" fmla="*/ 10619440 w 10619440"/>
              <a:gd name="connsiteY1" fmla="*/ 0 h 9864725"/>
              <a:gd name="connsiteX2" fmla="*/ 10619440 w 10619440"/>
              <a:gd name="connsiteY2" fmla="*/ 9864725 h 9864725"/>
              <a:gd name="connsiteX3" fmla="*/ 729793 w 10619440"/>
              <a:gd name="connsiteY3" fmla="*/ 9864725 h 9864725"/>
              <a:gd name="connsiteX4" fmla="*/ 0 w 10619440"/>
              <a:gd name="connsiteY4" fmla="*/ 9134932 h 9864725"/>
              <a:gd name="connsiteX5" fmla="*/ 0 w 10619440"/>
              <a:gd name="connsiteY5" fmla="*/ 729790 h 9864725"/>
              <a:gd name="connsiteX6" fmla="*/ 655176 w 10619440"/>
              <a:gd name="connsiteY6" fmla="*/ 3765 h 98647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0619440" h="9864725">
                <a:moveTo>
                  <a:pt x="729735" y="0"/>
                </a:moveTo>
                <a:lnTo>
                  <a:pt x="10619440" y="0"/>
                </a:lnTo>
                <a:lnTo>
                  <a:pt x="10619440" y="9864725"/>
                </a:lnTo>
                <a:lnTo>
                  <a:pt x="729793" y="9864725"/>
                </a:lnTo>
                <a:cubicBezTo>
                  <a:pt x="326739" y="9864725"/>
                  <a:pt x="0" y="9537986"/>
                  <a:pt x="0" y="9134932"/>
                </a:cubicBezTo>
                <a:lnTo>
                  <a:pt x="0" y="729790"/>
                </a:lnTo>
                <a:cubicBezTo>
                  <a:pt x="0" y="351927"/>
                  <a:pt x="287173" y="41138"/>
                  <a:pt x="655176" y="3765"/>
                </a:cubicBezTo>
                <a:close/>
              </a:path>
            </a:pathLst>
          </a:custGeom>
          <a:solidFill>
            <a:srgbClr val="E0E1E3"/>
          </a:solidFill>
        </p:spPr>
        <p:txBody>
          <a:bodyPr wrap="square" lIns="720000" tIns="720000" rIns="720000" bIns="720000">
            <a:noAutofit/>
          </a:bodyPr>
          <a:lstStyle>
            <a:lvl1pPr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Вставка рисунка</a:t>
            </a:r>
          </a:p>
        </p:txBody>
      </p:sp>
      <p:sp>
        <p:nvSpPr>
          <p:cNvPr id="2" name="Номер слайда">
            <a:extLst>
              <a:ext uri="{FF2B5EF4-FFF2-40B4-BE49-F238E27FC236}">
                <a16:creationId xmlns:a16="http://schemas.microsoft.com/office/drawing/2014/main" id="{3E37D892-9D21-89E3-C92D-1E02B16D5AF3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solidFill>
                  <a:schemeClr val="accent6"/>
                </a:solidFill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97025680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pos="861" userDrawn="1">
          <p15:clr>
            <a:srgbClr val="FBAE40"/>
          </p15:clr>
        </p15:guide>
        <p15:guide id="2" orient="horz" pos="861" userDrawn="1">
          <p15:clr>
            <a:srgbClr val="FBAE40"/>
          </p15:clr>
        </p15:guide>
      </p15:sldGuideLst>
    </p:ext>
  </p:extLs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Мокап_1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C8594727-B3A3-CA4C-C098-FEE09E0B044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11187" y="647699"/>
            <a:ext cx="18576925" cy="9864725"/>
          </a:xfrm>
          <a:prstGeom prst="roundRect">
            <a:avLst>
              <a:gd name="adj" fmla="val 5359"/>
            </a:avLst>
          </a:prstGeom>
        </p:spPr>
      </p:pic>
      <p:sp>
        <p:nvSpPr>
          <p:cNvPr id="4" name="Номер слайда">
            <a:extLst>
              <a:ext uri="{FF2B5EF4-FFF2-40B4-BE49-F238E27FC236}">
                <a16:creationId xmlns:a16="http://schemas.microsoft.com/office/drawing/2014/main" id="{366B64EF-05C5-D58D-EA19-37B38FD87B8C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smtClean="0"/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E10B4E9C-0298-57CE-4900-265B14F9D93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477865" y="956976"/>
            <a:ext cx="6848382" cy="9556750"/>
          </a:xfrm>
          <a:prstGeom prst="rect">
            <a:avLst/>
          </a:prstGeom>
        </p:spPr>
      </p:pic>
      <p:sp>
        <p:nvSpPr>
          <p:cNvPr id="3" name="Рисунок 11">
            <a:extLst>
              <a:ext uri="{FF2B5EF4-FFF2-40B4-BE49-F238E27FC236}">
                <a16:creationId xmlns:a16="http://schemas.microsoft.com/office/drawing/2014/main" id="{47F5CBA1-9AE4-2078-1535-A1859BF707C8}"/>
              </a:ext>
            </a:extLst>
          </p:cNvPr>
          <p:cNvSpPr>
            <a:spLocks noGrp="1" noChangeAspect="1"/>
          </p:cNvSpPr>
          <p:nvPr>
            <p:ph type="pic" sz="quarter" idx="10" hasCustomPrompt="1"/>
          </p:nvPr>
        </p:nvSpPr>
        <p:spPr>
          <a:xfrm>
            <a:off x="11287347" y="1820405"/>
            <a:ext cx="5270760" cy="8684695"/>
          </a:xfrm>
          <a:prstGeom prst="round2SameRect">
            <a:avLst>
              <a:gd name="adj1" fmla="val 11496"/>
              <a:gd name="adj2" fmla="val 0"/>
            </a:avLst>
          </a:prstGeom>
          <a:solidFill>
            <a:schemeClr val="accent5"/>
          </a:solidFill>
        </p:spPr>
        <p:txBody>
          <a:bodyPr/>
          <a:lstStyle>
            <a:lvl1pPr>
              <a:defRPr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Скриншот</a:t>
            </a:r>
          </a:p>
        </p:txBody>
      </p:sp>
    </p:spTree>
    <p:extLst>
      <p:ext uri="{BB962C8B-B14F-4D97-AF65-F5344CB8AC3E}">
        <p14:creationId xmlns:p14="http://schemas.microsoft.com/office/powerpoint/2010/main" val="4178923264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Мокап_2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707CB543-CBDA-C4F6-DBB7-0AA62B3B8134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dirty="0">
              <a:sym typeface="Tinkoff Sans"/>
            </a:endParaRPr>
          </a:p>
        </p:txBody>
      </p:sp>
      <p:sp>
        <p:nvSpPr>
          <p:cNvPr id="4" name="Номер слайда">
            <a:extLst>
              <a:ext uri="{FF2B5EF4-FFF2-40B4-BE49-F238E27FC236}">
                <a16:creationId xmlns:a16="http://schemas.microsoft.com/office/drawing/2014/main" id="{366B64EF-05C5-D58D-EA19-37B38FD87B8C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smtClean="0"/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E10B4E9C-0298-57CE-4900-265B14F9D93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069740" y="155779"/>
            <a:ext cx="5659820" cy="10603499"/>
          </a:xfrm>
          <a:prstGeom prst="rect">
            <a:avLst/>
          </a:prstGeom>
        </p:spPr>
      </p:pic>
      <p:sp>
        <p:nvSpPr>
          <p:cNvPr id="8" name="Рисунок 11">
            <a:extLst>
              <a:ext uri="{FF2B5EF4-FFF2-40B4-BE49-F238E27FC236}">
                <a16:creationId xmlns:a16="http://schemas.microsoft.com/office/drawing/2014/main" id="{5EFFCDDF-1F21-226F-65C3-03CF23E901E1}"/>
              </a:ext>
            </a:extLst>
          </p:cNvPr>
          <p:cNvSpPr>
            <a:spLocks noGrp="1" noChangeAspect="1"/>
          </p:cNvSpPr>
          <p:nvPr>
            <p:ph type="pic" sz="quarter" idx="10" hasCustomPrompt="1"/>
          </p:nvPr>
        </p:nvSpPr>
        <p:spPr>
          <a:xfrm>
            <a:off x="7721650" y="855970"/>
            <a:ext cx="4356000" cy="9432255"/>
          </a:xfrm>
          <a:prstGeom prst="roundRect">
            <a:avLst>
              <a:gd name="adj" fmla="val 12642"/>
            </a:avLst>
          </a:prstGeom>
          <a:solidFill>
            <a:schemeClr val="accent6"/>
          </a:solidFill>
        </p:spPr>
        <p:txBody>
          <a:bodyPr/>
          <a:lstStyle>
            <a:lvl1pPr>
              <a:defRPr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Скриншот</a:t>
            </a:r>
          </a:p>
        </p:txBody>
      </p:sp>
    </p:spTree>
    <p:extLst>
      <p:ext uri="{BB962C8B-B14F-4D97-AF65-F5344CB8AC3E}">
        <p14:creationId xmlns:p14="http://schemas.microsoft.com/office/powerpoint/2010/main" val="4126568996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Мокап_3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707CB543-CBDA-C4F6-DBB7-0AA62B3B8134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dirty="0">
              <a:sym typeface="Tinkoff Sans"/>
            </a:endParaRPr>
          </a:p>
        </p:txBody>
      </p:sp>
      <p:sp>
        <p:nvSpPr>
          <p:cNvPr id="4" name="Номер слайда">
            <a:extLst>
              <a:ext uri="{FF2B5EF4-FFF2-40B4-BE49-F238E27FC236}">
                <a16:creationId xmlns:a16="http://schemas.microsoft.com/office/drawing/2014/main" id="{366B64EF-05C5-D58D-EA19-37B38FD87B8C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smtClean="0"/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24A4DD64-6179-0037-7C9D-ECB3732EAEA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663924" y="155779"/>
            <a:ext cx="5659820" cy="10603499"/>
          </a:xfrm>
          <a:prstGeom prst="rect">
            <a:avLst/>
          </a:prstGeom>
        </p:spPr>
      </p:pic>
      <p:sp>
        <p:nvSpPr>
          <p:cNvPr id="11" name="Рисунок 11">
            <a:extLst>
              <a:ext uri="{FF2B5EF4-FFF2-40B4-BE49-F238E27FC236}">
                <a16:creationId xmlns:a16="http://schemas.microsoft.com/office/drawing/2014/main" id="{C3805E50-9EFD-DD7E-850A-B3204F4BC4B1}"/>
              </a:ext>
            </a:extLst>
          </p:cNvPr>
          <p:cNvSpPr>
            <a:spLocks noGrp="1" noChangeAspect="1"/>
          </p:cNvSpPr>
          <p:nvPr>
            <p:ph type="pic" sz="quarter" idx="10" hasCustomPrompt="1"/>
          </p:nvPr>
        </p:nvSpPr>
        <p:spPr>
          <a:xfrm>
            <a:off x="8336505" y="855970"/>
            <a:ext cx="4356000" cy="9432255"/>
          </a:xfrm>
          <a:prstGeom prst="roundRect">
            <a:avLst>
              <a:gd name="adj" fmla="val 12642"/>
            </a:avLst>
          </a:prstGeom>
          <a:solidFill>
            <a:schemeClr val="accent6"/>
          </a:solidFill>
        </p:spPr>
        <p:txBody>
          <a:bodyPr/>
          <a:lstStyle>
            <a:lvl1pPr>
              <a:defRPr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Скриншот</a:t>
            </a:r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6E6934F6-D53F-0732-11E7-03CB1105EC5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3229151" y="155779"/>
            <a:ext cx="5659820" cy="10603499"/>
          </a:xfrm>
          <a:prstGeom prst="rect">
            <a:avLst/>
          </a:prstGeom>
        </p:spPr>
      </p:pic>
      <p:sp>
        <p:nvSpPr>
          <p:cNvPr id="13" name="Рисунок 11">
            <a:extLst>
              <a:ext uri="{FF2B5EF4-FFF2-40B4-BE49-F238E27FC236}">
                <a16:creationId xmlns:a16="http://schemas.microsoft.com/office/drawing/2014/main" id="{E2C03567-570E-DE7D-3204-B9451EF6CBD6}"/>
              </a:ext>
            </a:extLst>
          </p:cNvPr>
          <p:cNvSpPr>
            <a:spLocks noGrp="1" noChangeAspect="1"/>
          </p:cNvSpPr>
          <p:nvPr>
            <p:ph type="pic" sz="quarter" idx="11" hasCustomPrompt="1"/>
          </p:nvPr>
        </p:nvSpPr>
        <p:spPr>
          <a:xfrm>
            <a:off x="13901732" y="855970"/>
            <a:ext cx="4356000" cy="9432255"/>
          </a:xfrm>
          <a:prstGeom prst="roundRect">
            <a:avLst>
              <a:gd name="adj" fmla="val 12642"/>
            </a:avLst>
          </a:prstGeom>
          <a:solidFill>
            <a:schemeClr val="accent6"/>
          </a:solidFill>
        </p:spPr>
        <p:txBody>
          <a:bodyPr/>
          <a:lstStyle>
            <a:lvl1pPr>
              <a:defRPr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Скриншот</a:t>
            </a:r>
          </a:p>
        </p:txBody>
      </p:sp>
    </p:spTree>
    <p:extLst>
      <p:ext uri="{BB962C8B-B14F-4D97-AF65-F5344CB8AC3E}">
        <p14:creationId xmlns:p14="http://schemas.microsoft.com/office/powerpoint/2010/main" val="2961924819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Мокап_4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707CB543-CBDA-C4F6-DBB7-0AA62B3B8134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dirty="0">
              <a:sym typeface="Tinkoff Sans"/>
            </a:endParaRPr>
          </a:p>
        </p:txBody>
      </p:sp>
      <p:sp>
        <p:nvSpPr>
          <p:cNvPr id="4" name="Номер слайда">
            <a:extLst>
              <a:ext uri="{FF2B5EF4-FFF2-40B4-BE49-F238E27FC236}">
                <a16:creationId xmlns:a16="http://schemas.microsoft.com/office/drawing/2014/main" id="{366B64EF-05C5-D58D-EA19-37B38FD87B8C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smtClean="0"/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9D5B910C-4492-5E2E-7DD6-5FFBE090F17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479109" y="370889"/>
            <a:ext cx="4184195" cy="7838961"/>
          </a:xfrm>
          <a:prstGeom prst="rect">
            <a:avLst/>
          </a:prstGeom>
        </p:spPr>
      </p:pic>
      <p:sp>
        <p:nvSpPr>
          <p:cNvPr id="5" name="Рисунок 11">
            <a:extLst>
              <a:ext uri="{FF2B5EF4-FFF2-40B4-BE49-F238E27FC236}">
                <a16:creationId xmlns:a16="http://schemas.microsoft.com/office/drawing/2014/main" id="{FCB43D55-6306-5326-164C-3F42EE7C0DF2}"/>
              </a:ext>
            </a:extLst>
          </p:cNvPr>
          <p:cNvSpPr>
            <a:spLocks noGrp="1" noChangeAspect="1"/>
          </p:cNvSpPr>
          <p:nvPr>
            <p:ph type="pic" sz="quarter" idx="10" hasCustomPrompt="1"/>
          </p:nvPr>
        </p:nvSpPr>
        <p:spPr>
          <a:xfrm>
            <a:off x="7968483" y="876197"/>
            <a:ext cx="3229493" cy="6992977"/>
          </a:xfrm>
          <a:prstGeom prst="roundRect">
            <a:avLst>
              <a:gd name="adj" fmla="val 12761"/>
            </a:avLst>
          </a:prstGeom>
          <a:solidFill>
            <a:schemeClr val="accent6"/>
          </a:solidFill>
        </p:spPr>
        <p:txBody>
          <a:bodyPr/>
          <a:lstStyle>
            <a:lvl1pPr>
              <a:defRPr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Скриншот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C36F1987-40A5-34CB-B4F9-E4F015EC9D0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1381396" y="2668849"/>
            <a:ext cx="4184195" cy="7838961"/>
          </a:xfrm>
          <a:prstGeom prst="rect">
            <a:avLst/>
          </a:prstGeom>
        </p:spPr>
      </p:pic>
      <p:sp>
        <p:nvSpPr>
          <p:cNvPr id="7" name="Рисунок 11">
            <a:extLst>
              <a:ext uri="{FF2B5EF4-FFF2-40B4-BE49-F238E27FC236}">
                <a16:creationId xmlns:a16="http://schemas.microsoft.com/office/drawing/2014/main" id="{68173E91-AB78-054E-212F-C2FF81D99F74}"/>
              </a:ext>
            </a:extLst>
          </p:cNvPr>
          <p:cNvSpPr>
            <a:spLocks noGrp="1" noChangeAspect="1"/>
          </p:cNvSpPr>
          <p:nvPr>
            <p:ph type="pic" sz="quarter" idx="11" hasCustomPrompt="1"/>
          </p:nvPr>
        </p:nvSpPr>
        <p:spPr>
          <a:xfrm>
            <a:off x="11870770" y="3174157"/>
            <a:ext cx="3229493" cy="6992977"/>
          </a:xfrm>
          <a:prstGeom prst="roundRect">
            <a:avLst>
              <a:gd name="adj" fmla="val 12761"/>
            </a:avLst>
          </a:prstGeom>
          <a:solidFill>
            <a:schemeClr val="accent6"/>
          </a:solidFill>
        </p:spPr>
        <p:txBody>
          <a:bodyPr/>
          <a:lstStyle>
            <a:lvl1pPr>
              <a:defRPr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Скриншот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E0CDEB41-F740-7B5B-E97E-6FD18884E41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5283683" y="1081397"/>
            <a:ext cx="4184195" cy="7838961"/>
          </a:xfrm>
          <a:prstGeom prst="rect">
            <a:avLst/>
          </a:prstGeom>
        </p:spPr>
      </p:pic>
      <p:sp>
        <p:nvSpPr>
          <p:cNvPr id="9" name="Рисунок 11">
            <a:extLst>
              <a:ext uri="{FF2B5EF4-FFF2-40B4-BE49-F238E27FC236}">
                <a16:creationId xmlns:a16="http://schemas.microsoft.com/office/drawing/2014/main" id="{5F7DB011-28DC-2814-01DC-A19532AE4CFC}"/>
              </a:ext>
            </a:extLst>
          </p:cNvPr>
          <p:cNvSpPr>
            <a:spLocks noGrp="1" noChangeAspect="1"/>
          </p:cNvSpPr>
          <p:nvPr>
            <p:ph type="pic" sz="quarter" idx="12" hasCustomPrompt="1"/>
          </p:nvPr>
        </p:nvSpPr>
        <p:spPr>
          <a:xfrm>
            <a:off x="15773057" y="1586705"/>
            <a:ext cx="3229493" cy="6992977"/>
          </a:xfrm>
          <a:prstGeom prst="roundRect">
            <a:avLst>
              <a:gd name="adj" fmla="val 12567"/>
            </a:avLst>
          </a:prstGeom>
          <a:solidFill>
            <a:schemeClr val="accent6"/>
          </a:solidFill>
        </p:spPr>
        <p:txBody>
          <a:bodyPr/>
          <a:lstStyle>
            <a:lvl1pPr>
              <a:defRPr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Скриншот</a:t>
            </a:r>
          </a:p>
        </p:txBody>
      </p:sp>
    </p:spTree>
    <p:extLst>
      <p:ext uri="{BB962C8B-B14F-4D97-AF65-F5344CB8AC3E}">
        <p14:creationId xmlns:p14="http://schemas.microsoft.com/office/powerpoint/2010/main" val="4257672452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Мокап_5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с двумя скругленными противолежащими углами 2">
            <a:extLst>
              <a:ext uri="{FF2B5EF4-FFF2-40B4-BE49-F238E27FC236}">
                <a16:creationId xmlns:a16="http://schemas.microsoft.com/office/drawing/2014/main" id="{16ECE12F-E94E-5DF9-C802-07CB291461A7}"/>
              </a:ext>
            </a:extLst>
          </p:cNvPr>
          <p:cNvSpPr/>
          <p:nvPr userDrawn="1"/>
        </p:nvSpPr>
        <p:spPr>
          <a:xfrm>
            <a:off x="611188" y="3167063"/>
            <a:ext cx="6011862" cy="7345362"/>
          </a:xfrm>
          <a:prstGeom prst="round2DiagRect">
            <a:avLst>
              <a:gd name="adj1" fmla="val 11701"/>
              <a:gd name="adj2" fmla="val 0"/>
            </a:avLst>
          </a:prstGeom>
          <a:solidFill>
            <a:schemeClr val="accent5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4" name="Прямоугольник с двумя скругленными противолежащими углами 3">
            <a:extLst>
              <a:ext uri="{FF2B5EF4-FFF2-40B4-BE49-F238E27FC236}">
                <a16:creationId xmlns:a16="http://schemas.microsoft.com/office/drawing/2014/main" id="{177F3DFA-214B-31F0-477D-973A9FB2B4D2}"/>
              </a:ext>
            </a:extLst>
          </p:cNvPr>
          <p:cNvSpPr/>
          <p:nvPr userDrawn="1"/>
        </p:nvSpPr>
        <p:spPr>
          <a:xfrm>
            <a:off x="611188" y="9109075"/>
            <a:ext cx="6011862" cy="1403350"/>
          </a:xfrm>
          <a:prstGeom prst="round2DiagRect">
            <a:avLst>
              <a:gd name="adj1" fmla="val 50000"/>
              <a:gd name="adj2" fmla="val 0"/>
            </a:avLst>
          </a:prstGeom>
          <a:solidFill>
            <a:schemeClr val="accent1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5" name="Прямоугольник с двумя скругленными противолежащими углами 4">
            <a:extLst>
              <a:ext uri="{FF2B5EF4-FFF2-40B4-BE49-F238E27FC236}">
                <a16:creationId xmlns:a16="http://schemas.microsoft.com/office/drawing/2014/main" id="{16E0473F-DC3B-EB5F-D6CB-70E3142AA8D0}"/>
              </a:ext>
            </a:extLst>
          </p:cNvPr>
          <p:cNvSpPr/>
          <p:nvPr userDrawn="1"/>
        </p:nvSpPr>
        <p:spPr>
          <a:xfrm>
            <a:off x="6881359" y="3167063"/>
            <a:ext cx="6011862" cy="7345362"/>
          </a:xfrm>
          <a:prstGeom prst="round2DiagRect">
            <a:avLst>
              <a:gd name="adj1" fmla="val 11701"/>
              <a:gd name="adj2" fmla="val 0"/>
            </a:avLst>
          </a:prstGeom>
          <a:solidFill>
            <a:schemeClr val="accent5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6" name="Прямоугольник с двумя скругленными противолежащими углами 5">
            <a:extLst>
              <a:ext uri="{FF2B5EF4-FFF2-40B4-BE49-F238E27FC236}">
                <a16:creationId xmlns:a16="http://schemas.microsoft.com/office/drawing/2014/main" id="{E0A1433B-30EB-EFDC-0992-2C3BB276A930}"/>
              </a:ext>
            </a:extLst>
          </p:cNvPr>
          <p:cNvSpPr/>
          <p:nvPr userDrawn="1"/>
        </p:nvSpPr>
        <p:spPr>
          <a:xfrm>
            <a:off x="6881359" y="9109075"/>
            <a:ext cx="6011862" cy="1403350"/>
          </a:xfrm>
          <a:prstGeom prst="round2DiagRect">
            <a:avLst>
              <a:gd name="adj1" fmla="val 50000"/>
              <a:gd name="adj2" fmla="val 0"/>
            </a:avLst>
          </a:prstGeom>
          <a:solidFill>
            <a:schemeClr val="accent1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7" name="Прямоугольник с двумя скругленными противолежащими углами 6">
            <a:extLst>
              <a:ext uri="{FF2B5EF4-FFF2-40B4-BE49-F238E27FC236}">
                <a16:creationId xmlns:a16="http://schemas.microsoft.com/office/drawing/2014/main" id="{32F60909-E504-EC34-C0C7-D5EE3AE8BB78}"/>
              </a:ext>
            </a:extLst>
          </p:cNvPr>
          <p:cNvSpPr/>
          <p:nvPr userDrawn="1"/>
        </p:nvSpPr>
        <p:spPr>
          <a:xfrm>
            <a:off x="13170192" y="3167063"/>
            <a:ext cx="6011862" cy="7345362"/>
          </a:xfrm>
          <a:prstGeom prst="round2DiagRect">
            <a:avLst>
              <a:gd name="adj1" fmla="val 11701"/>
              <a:gd name="adj2" fmla="val 0"/>
            </a:avLst>
          </a:prstGeom>
          <a:solidFill>
            <a:schemeClr val="accent5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8" name="Прямоугольник с двумя скругленными противолежащими углами 7">
            <a:extLst>
              <a:ext uri="{FF2B5EF4-FFF2-40B4-BE49-F238E27FC236}">
                <a16:creationId xmlns:a16="http://schemas.microsoft.com/office/drawing/2014/main" id="{88323E56-13FA-8C59-3760-10F1E812EC2A}"/>
              </a:ext>
            </a:extLst>
          </p:cNvPr>
          <p:cNvSpPr/>
          <p:nvPr userDrawn="1"/>
        </p:nvSpPr>
        <p:spPr>
          <a:xfrm>
            <a:off x="13170192" y="9109075"/>
            <a:ext cx="6011862" cy="1403350"/>
          </a:xfrm>
          <a:prstGeom prst="round2DiagRect">
            <a:avLst>
              <a:gd name="adj1" fmla="val 50000"/>
              <a:gd name="adj2" fmla="val 0"/>
            </a:avLst>
          </a:prstGeom>
          <a:solidFill>
            <a:schemeClr val="accent1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F9BC41D6-7FF2-E141-BD24-D68D3A216EF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884459" y="3785793"/>
            <a:ext cx="3626535" cy="5323282"/>
          </a:xfrm>
          <a:prstGeom prst="rect">
            <a:avLst/>
          </a:prstGeom>
        </p:spPr>
      </p:pic>
      <p:sp>
        <p:nvSpPr>
          <p:cNvPr id="10" name="Рисунок 9">
            <a:extLst>
              <a:ext uri="{FF2B5EF4-FFF2-40B4-BE49-F238E27FC236}">
                <a16:creationId xmlns:a16="http://schemas.microsoft.com/office/drawing/2014/main" id="{0445A317-693C-BA35-F9FD-0B38D53916AB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2226273" y="4186595"/>
            <a:ext cx="2952000" cy="4922480"/>
          </a:xfrm>
          <a:prstGeom prst="round2SameRect">
            <a:avLst>
              <a:gd name="adj1" fmla="val 12358"/>
              <a:gd name="adj2" fmla="val 0"/>
            </a:avLst>
          </a:prstGeom>
          <a:solidFill>
            <a:schemeClr val="accent6"/>
          </a:solidFill>
        </p:spPr>
        <p:txBody>
          <a:bodyPr/>
          <a:lstStyle>
            <a:lvl1pPr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Скриншот</a:t>
            </a:r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E64F36A5-A931-90F9-DC15-681991E8279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096075" y="3785793"/>
            <a:ext cx="3626535" cy="5323282"/>
          </a:xfrm>
          <a:prstGeom prst="rect">
            <a:avLst/>
          </a:prstGeom>
        </p:spPr>
      </p:pic>
      <p:sp>
        <p:nvSpPr>
          <p:cNvPr id="12" name="Рисунок 9">
            <a:extLst>
              <a:ext uri="{FF2B5EF4-FFF2-40B4-BE49-F238E27FC236}">
                <a16:creationId xmlns:a16="http://schemas.microsoft.com/office/drawing/2014/main" id="{53343718-A296-C12B-FA60-5A585FE120D9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437889" y="4186595"/>
            <a:ext cx="2952000" cy="4922480"/>
          </a:xfrm>
          <a:prstGeom prst="round2SameRect">
            <a:avLst>
              <a:gd name="adj1" fmla="val 12358"/>
              <a:gd name="adj2" fmla="val 0"/>
            </a:avLst>
          </a:prstGeom>
          <a:solidFill>
            <a:schemeClr val="accent6"/>
          </a:solidFill>
        </p:spPr>
        <p:txBody>
          <a:bodyPr/>
          <a:lstStyle>
            <a:lvl1pPr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Скриншот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36E59DDE-998C-8E98-753D-CF60D7FFD4C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4319838" y="3785793"/>
            <a:ext cx="3626535" cy="5323282"/>
          </a:xfrm>
          <a:prstGeom prst="rect">
            <a:avLst/>
          </a:prstGeom>
        </p:spPr>
      </p:pic>
      <p:sp>
        <p:nvSpPr>
          <p:cNvPr id="14" name="Рисунок 9">
            <a:extLst>
              <a:ext uri="{FF2B5EF4-FFF2-40B4-BE49-F238E27FC236}">
                <a16:creationId xmlns:a16="http://schemas.microsoft.com/office/drawing/2014/main" id="{F525E12E-69F5-046C-095E-1760440BDA89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14662391" y="4186595"/>
            <a:ext cx="2952000" cy="4922480"/>
          </a:xfrm>
          <a:prstGeom prst="round2SameRect">
            <a:avLst>
              <a:gd name="adj1" fmla="val 12358"/>
              <a:gd name="adj2" fmla="val 0"/>
            </a:avLst>
          </a:prstGeom>
          <a:solidFill>
            <a:schemeClr val="accent6"/>
          </a:solidFill>
        </p:spPr>
        <p:txBody>
          <a:bodyPr/>
          <a:lstStyle>
            <a:lvl1pPr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Скриншот</a:t>
            </a:r>
          </a:p>
        </p:txBody>
      </p:sp>
      <p:sp>
        <p:nvSpPr>
          <p:cNvPr id="15" name="Номер слайда">
            <a:extLst>
              <a:ext uri="{FF2B5EF4-FFF2-40B4-BE49-F238E27FC236}">
                <a16:creationId xmlns:a16="http://schemas.microsoft.com/office/drawing/2014/main" id="{2D44E80A-C031-2044-8ECC-DF913BC17416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783871670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Мокап_компьюте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A7747A12-741B-469C-5C9A-E220CF293408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  <a:sym typeface="Tinkoff Sans"/>
            </a:endParaRP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8CFD5FB0-9A81-3A7C-DAA4-91299088F6A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629400" y="-118551"/>
            <a:ext cx="13169900" cy="11703072"/>
          </a:xfrm>
          <a:prstGeom prst="rect">
            <a:avLst/>
          </a:prstGeom>
        </p:spPr>
      </p:pic>
      <p:sp>
        <p:nvSpPr>
          <p:cNvPr id="9" name="Рисунок 18">
            <a:extLst>
              <a:ext uri="{FF2B5EF4-FFF2-40B4-BE49-F238E27FC236}">
                <a16:creationId xmlns:a16="http://schemas.microsoft.com/office/drawing/2014/main" id="{E85B5318-DE9B-9E64-A615-755452FB57BE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8581569" y="1274243"/>
            <a:ext cx="11229161" cy="7650999"/>
          </a:xfrm>
          <a:custGeom>
            <a:avLst/>
            <a:gdLst>
              <a:gd name="connsiteX0" fmla="*/ 208174 w 9461500"/>
              <a:gd name="connsiteY0" fmla="*/ 0 h 6446602"/>
              <a:gd name="connsiteX1" fmla="*/ 9461500 w 9461500"/>
              <a:gd name="connsiteY1" fmla="*/ 0 h 6446602"/>
              <a:gd name="connsiteX2" fmla="*/ 9461500 w 9461500"/>
              <a:gd name="connsiteY2" fmla="*/ 6446602 h 6446602"/>
              <a:gd name="connsiteX3" fmla="*/ 0 w 9461500"/>
              <a:gd name="connsiteY3" fmla="*/ 6446602 h 6446602"/>
              <a:gd name="connsiteX4" fmla="*/ 0 w 9461500"/>
              <a:gd name="connsiteY4" fmla="*/ 208291 h 6446602"/>
              <a:gd name="connsiteX5" fmla="*/ 208174 w 9461500"/>
              <a:gd name="connsiteY5" fmla="*/ 0 h 64466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9461500" h="6446602">
                <a:moveTo>
                  <a:pt x="208174" y="0"/>
                </a:moveTo>
                <a:lnTo>
                  <a:pt x="9461500" y="0"/>
                </a:lnTo>
                <a:lnTo>
                  <a:pt x="9461500" y="6446602"/>
                </a:lnTo>
                <a:lnTo>
                  <a:pt x="0" y="6446602"/>
                </a:lnTo>
                <a:lnTo>
                  <a:pt x="0" y="208291"/>
                </a:lnTo>
                <a:cubicBezTo>
                  <a:pt x="0" y="93255"/>
                  <a:pt x="93203" y="0"/>
                  <a:pt x="208174" y="0"/>
                </a:cubicBezTo>
                <a:close/>
              </a:path>
            </a:pathLst>
          </a:custGeom>
          <a:solidFill>
            <a:schemeClr val="accent6"/>
          </a:solidFill>
        </p:spPr>
        <p:txBody>
          <a:bodyPr wrap="square">
            <a:noAutofit/>
          </a:bodyPr>
          <a:lstStyle>
            <a:lvl1pPr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Скриншот</a:t>
            </a:r>
          </a:p>
        </p:txBody>
      </p:sp>
      <p:sp>
        <p:nvSpPr>
          <p:cNvPr id="2" name="Номер слайда">
            <a:extLst>
              <a:ext uri="{FF2B5EF4-FFF2-40B4-BE49-F238E27FC236}">
                <a16:creationId xmlns:a16="http://schemas.microsoft.com/office/drawing/2014/main" id="{B433A600-8A53-F440-CF3F-CC91E1C6FAE0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4040106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pos="861" userDrawn="1">
          <p15:clr>
            <a:srgbClr val="FBAE40"/>
          </p15:clr>
        </p15:guide>
        <p15:guide id="2" orient="horz" pos="861" userDrawn="1">
          <p15:clr>
            <a:srgbClr val="FBAE40"/>
          </p15:clr>
        </p15:guide>
      </p15:sldGuideLst>
    </p:ext>
  </p:extLs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 с qr кодом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55AE23A0-AACE-ADD6-0628-A911DAE5691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11187" y="647699"/>
            <a:ext cx="18576925" cy="9864725"/>
          </a:xfrm>
          <a:prstGeom prst="roundRect">
            <a:avLst>
              <a:gd name="adj" fmla="val 5359"/>
            </a:avLst>
          </a:prstGeom>
        </p:spPr>
      </p:pic>
      <p:sp>
        <p:nvSpPr>
          <p:cNvPr id="3" name="Скругленный прямоугольник 2">
            <a:extLst>
              <a:ext uri="{FF2B5EF4-FFF2-40B4-BE49-F238E27FC236}">
                <a16:creationId xmlns:a16="http://schemas.microsoft.com/office/drawing/2014/main" id="{645706C0-6A13-4923-6574-EDE169364610}"/>
              </a:ext>
            </a:extLst>
          </p:cNvPr>
          <p:cNvSpPr/>
          <p:nvPr userDrawn="1"/>
        </p:nvSpPr>
        <p:spPr>
          <a:xfrm>
            <a:off x="10557164" y="1842655"/>
            <a:ext cx="7495309" cy="7481454"/>
          </a:xfrm>
          <a:prstGeom prst="roundRect">
            <a:avLst>
              <a:gd name="adj" fmla="val 8148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5" name="Рисунок 7">
            <a:extLst>
              <a:ext uri="{FF2B5EF4-FFF2-40B4-BE49-F238E27FC236}">
                <a16:creationId xmlns:a16="http://schemas.microsoft.com/office/drawing/2014/main" id="{A53F8555-2432-3EC8-BA86-230CA1B7571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11444143" y="2722707"/>
            <a:ext cx="5721350" cy="5721350"/>
          </a:xfrm>
          <a:prstGeom prst="rect">
            <a:avLst/>
          </a:prstGeom>
          <a:solidFill>
            <a:schemeClr val="accent5"/>
          </a:solidFill>
        </p:spPr>
        <p:txBody>
          <a:bodyPr lIns="360000" tIns="360000" rIns="360000" bIns="360000"/>
          <a:lstStyle>
            <a:lvl1pPr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Место для </a:t>
            </a:r>
            <a:r>
              <a:rPr lang="ru-RU" dirty="0" err="1"/>
              <a:t>Q</a:t>
            </a:r>
            <a:r>
              <a:rPr lang="en-US" dirty="0"/>
              <a:t>R</a:t>
            </a:r>
            <a:endParaRPr lang="ru-RU" dirty="0"/>
          </a:p>
        </p:txBody>
      </p:sp>
      <p:sp>
        <p:nvSpPr>
          <p:cNvPr id="6" name="Номер слайда">
            <a:extLst>
              <a:ext uri="{FF2B5EF4-FFF2-40B4-BE49-F238E27FC236}">
                <a16:creationId xmlns:a16="http://schemas.microsoft.com/office/drawing/2014/main" id="{FF5EF554-4206-B400-460C-2445949829A6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19296280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pos="861" userDrawn="1">
          <p15:clr>
            <a:srgbClr val="FBAE40"/>
          </p15:clr>
        </p15:guide>
        <p15:guide id="2" pos="11611" userDrawn="1">
          <p15:clr>
            <a:srgbClr val="FBAE40"/>
          </p15:clr>
        </p15:guide>
        <p15:guide id="23" orient="horz" pos="861" userDrawn="1">
          <p15:clr>
            <a:srgbClr val="FBAE40"/>
          </p15:clr>
        </p15:guide>
        <p15:guide id="44" orient="horz" pos="6169" userDrawn="1">
          <p15:clr>
            <a:srgbClr val="FBAE4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крывающий слайд 1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55AE23A0-AACE-ADD6-0628-A911DAE5691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11187" y="647699"/>
            <a:ext cx="18576925" cy="9864725"/>
          </a:xfrm>
          <a:prstGeom prst="roundRect">
            <a:avLst>
              <a:gd name="adj" fmla="val 5359"/>
            </a:avLst>
          </a:prstGeom>
        </p:spPr>
      </p:pic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1E66C56D-6598-4535-7307-3F3BBAC1AB9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879312" y="5134647"/>
            <a:ext cx="6040677" cy="8908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6436648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pos="861">
          <p15:clr>
            <a:srgbClr val="FBAE40"/>
          </p15:clr>
        </p15:guide>
        <p15:guide id="2" pos="11611">
          <p15:clr>
            <a:srgbClr val="FBAE40"/>
          </p15:clr>
        </p15:guide>
        <p15:guide id="23" orient="horz" pos="861">
          <p15:clr>
            <a:srgbClr val="FBAE40"/>
          </p15:clr>
        </p15:guide>
        <p15:guide id="44" orient="horz" pos="6169">
          <p15:clr>
            <a:srgbClr val="FBAE40"/>
          </p15:clr>
        </p15:guide>
      </p15:sldGuideLst>
    </p:ext>
  </p:extLst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крывающий слайд 3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Скругленный прямоугольник 5">
            <a:extLst>
              <a:ext uri="{FF2B5EF4-FFF2-40B4-BE49-F238E27FC236}">
                <a16:creationId xmlns:a16="http://schemas.microsoft.com/office/drawing/2014/main" id="{F788B8D0-382E-E7BB-6C27-EDE5B651FA43}"/>
              </a:ext>
            </a:extLst>
          </p:cNvPr>
          <p:cNvSpPr/>
          <p:nvPr userDrawn="1"/>
        </p:nvSpPr>
        <p:spPr>
          <a:xfrm>
            <a:off x="611188" y="647700"/>
            <a:ext cx="12276137" cy="9864725"/>
          </a:xfrm>
          <a:prstGeom prst="roundRect">
            <a:avLst>
              <a:gd name="adj" fmla="val 5188"/>
            </a:avLst>
          </a:prstGeom>
          <a:gradFill>
            <a:gsLst>
              <a:gs pos="100000">
                <a:srgbClr val="E0E1E3"/>
              </a:gs>
              <a:gs pos="0">
                <a:srgbClr val="F3F3F5">
                  <a:alpha val="80477"/>
                </a:srgbClr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dirty="0"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7" name="Рисунок 5">
            <a:extLst>
              <a:ext uri="{FF2B5EF4-FFF2-40B4-BE49-F238E27FC236}">
                <a16:creationId xmlns:a16="http://schemas.microsoft.com/office/drawing/2014/main" id="{51327A71-84B7-1359-8F86-115743DA08B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13139738" y="647700"/>
            <a:ext cx="6045749" cy="9864725"/>
          </a:xfrm>
          <a:prstGeom prst="roundRect">
            <a:avLst>
              <a:gd name="adj" fmla="val 8098"/>
            </a:avLst>
          </a:prstGeom>
          <a:solidFill>
            <a:schemeClr val="accent4"/>
          </a:solidFill>
        </p:spPr>
        <p:txBody>
          <a:bodyPr/>
          <a:lstStyle>
            <a:lvl1pPr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Вставка фото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79353CD5-1AE7-9078-EC33-FEC734B296D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510389" y="1510158"/>
            <a:ext cx="488571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7616654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ля дизайнера 1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Номер слайда">
            <a:extLst>
              <a:ext uri="{FF2B5EF4-FFF2-40B4-BE49-F238E27FC236}">
                <a16:creationId xmlns:a16="http://schemas.microsoft.com/office/drawing/2014/main" id="{899E0437-D66B-F092-7B3D-AE4F22893E07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575744499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pos="1224">
          <p15:clr>
            <a:srgbClr val="FBAE40"/>
          </p15:clr>
        </p15:guide>
        <p15:guide id="2" pos="1383">
          <p15:clr>
            <a:srgbClr val="FBAE40"/>
          </p15:clr>
        </p15:guide>
        <p15:guide id="3" pos="2199">
          <p15:clr>
            <a:srgbClr val="FBAE40"/>
          </p15:clr>
        </p15:guide>
        <p15:guide id="4" pos="2358">
          <p15:clr>
            <a:srgbClr val="FBAE40"/>
          </p15:clr>
        </p15:guide>
        <p15:guide id="5" pos="3197">
          <p15:clr>
            <a:srgbClr val="FBAE40"/>
          </p15:clr>
        </p15:guide>
        <p15:guide id="6" pos="3356">
          <p15:clr>
            <a:srgbClr val="FBAE40"/>
          </p15:clr>
        </p15:guide>
        <p15:guide id="7" pos="4172">
          <p15:clr>
            <a:srgbClr val="FBAE40"/>
          </p15:clr>
        </p15:guide>
        <p15:guide id="8" pos="4331">
          <p15:clr>
            <a:srgbClr val="FBAE40"/>
          </p15:clr>
        </p15:guide>
        <p15:guide id="9" pos="5170">
          <p15:clr>
            <a:srgbClr val="FBAE40"/>
          </p15:clr>
        </p15:guide>
        <p15:guide id="10" pos="5329">
          <p15:clr>
            <a:srgbClr val="FBAE40"/>
          </p15:clr>
        </p15:guide>
        <p15:guide id="11" pos="6168" userDrawn="1">
          <p15:clr>
            <a:srgbClr val="FBAE40"/>
          </p15:clr>
        </p15:guide>
        <p15:guide id="12" pos="6327" userDrawn="1">
          <p15:clr>
            <a:srgbClr val="FBAE40"/>
          </p15:clr>
        </p15:guide>
        <p15:guide id="13" pos="7143">
          <p15:clr>
            <a:srgbClr val="FBAE40"/>
          </p15:clr>
        </p15:guide>
        <p15:guide id="14" pos="7302">
          <p15:clr>
            <a:srgbClr val="FBAE40"/>
          </p15:clr>
        </p15:guide>
        <p15:guide id="15" pos="8118">
          <p15:clr>
            <a:srgbClr val="FBAE40"/>
          </p15:clr>
        </p15:guide>
        <p15:guide id="16" pos="8277">
          <p15:clr>
            <a:srgbClr val="FBAE40"/>
          </p15:clr>
        </p15:guide>
        <p15:guide id="17" pos="9116">
          <p15:clr>
            <a:srgbClr val="FBAE40"/>
          </p15:clr>
        </p15:guide>
        <p15:guide id="18" pos="9275">
          <p15:clr>
            <a:srgbClr val="FBAE40"/>
          </p15:clr>
        </p15:guide>
        <p15:guide id="19" pos="10092">
          <p15:clr>
            <a:srgbClr val="FBAE40"/>
          </p15:clr>
        </p15:guide>
        <p15:guide id="20" pos="10250">
          <p15:clr>
            <a:srgbClr val="FBAE40"/>
          </p15:clr>
        </p15:guide>
        <p15:guide id="21" pos="11089">
          <p15:clr>
            <a:srgbClr val="FBAE40"/>
          </p15:clr>
        </p15:guide>
        <p15:guide id="22" pos="11248">
          <p15:clr>
            <a:srgbClr val="FBAE40"/>
          </p15:clr>
        </p15:guide>
        <p15:guide id="23" orient="horz" pos="771">
          <p15:clr>
            <a:srgbClr val="FBAE40"/>
          </p15:clr>
        </p15:guide>
        <p15:guide id="24" orient="horz" pos="930">
          <p15:clr>
            <a:srgbClr val="FBAE40"/>
          </p15:clr>
        </p15:guide>
        <p15:guide id="25" orient="horz" pos="1292">
          <p15:clr>
            <a:srgbClr val="FBAE40"/>
          </p15:clr>
        </p15:guide>
        <p15:guide id="26" orient="horz" pos="1451">
          <p15:clr>
            <a:srgbClr val="FBAE40"/>
          </p15:clr>
        </p15:guide>
        <p15:guide id="27" orient="horz" pos="1837">
          <p15:clr>
            <a:srgbClr val="FBAE40"/>
          </p15:clr>
        </p15:guide>
        <p15:guide id="28" orient="horz" pos="1995">
          <p15:clr>
            <a:srgbClr val="FBAE40"/>
          </p15:clr>
        </p15:guide>
        <p15:guide id="29" orient="horz" pos="2358">
          <p15:clr>
            <a:srgbClr val="FBAE40"/>
          </p15:clr>
        </p15:guide>
        <p15:guide id="30" orient="horz" pos="2517">
          <p15:clr>
            <a:srgbClr val="FBAE40"/>
          </p15:clr>
        </p15:guide>
        <p15:guide id="31" orient="horz" pos="2903">
          <p15:clr>
            <a:srgbClr val="FBAE40"/>
          </p15:clr>
        </p15:guide>
        <p15:guide id="32" orient="horz" pos="3061">
          <p15:clr>
            <a:srgbClr val="FBAE40"/>
          </p15:clr>
        </p15:guide>
        <p15:guide id="33" orient="horz" pos="3424">
          <p15:clr>
            <a:srgbClr val="FBAE40"/>
          </p15:clr>
        </p15:guide>
        <p15:guide id="34" orient="horz" pos="3583">
          <p15:clr>
            <a:srgbClr val="FBAE40"/>
          </p15:clr>
        </p15:guide>
        <p15:guide id="37" orient="horz" pos="3969">
          <p15:clr>
            <a:srgbClr val="FBAE40"/>
          </p15:clr>
        </p15:guide>
        <p15:guide id="38" orient="horz" pos="4127">
          <p15:clr>
            <a:srgbClr val="FBAE40"/>
          </p15:clr>
        </p15:guide>
        <p15:guide id="39" orient="horz" pos="4513">
          <p15:clr>
            <a:srgbClr val="FBAE40"/>
          </p15:clr>
        </p15:guide>
        <p15:guide id="40" orient="horz" pos="4672">
          <p15:clr>
            <a:srgbClr val="FBAE40"/>
          </p15:clr>
        </p15:guide>
        <p15:guide id="41" orient="horz" pos="5035">
          <p15:clr>
            <a:srgbClr val="FBAE40"/>
          </p15:clr>
        </p15:guide>
        <p15:guide id="42" orient="horz" pos="5193">
          <p15:clr>
            <a:srgbClr val="FBAE40"/>
          </p15:clr>
        </p15:guide>
        <p15:guide id="43" orient="horz" pos="5579">
          <p15:clr>
            <a:srgbClr val="FBAE40"/>
          </p15:clr>
        </p15:guide>
        <p15:guide id="44" orient="horz" pos="5738">
          <p15:clr>
            <a:srgbClr val="FBAE40"/>
          </p15:clr>
        </p15:guide>
        <p15:guide id="45" orient="horz" pos="6100">
          <p15:clr>
            <a:srgbClr val="FBAE40"/>
          </p15:clr>
        </p15:guide>
        <p15:guide id="46" orient="horz" pos="6259">
          <p15:clr>
            <a:srgbClr val="FBAE40"/>
          </p15:clr>
        </p15:guide>
      </p15:sldGuideLst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ля дизайнера 2">
    <p:bg>
      <p:bgPr>
        <a:blipFill dpi="0" rotWithShape="1">
          <a:blip r:embed="rId2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 l="-3000" r="-3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66420B71-BE2A-77F8-6142-EABEC832485D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11510"/>
            <a:ext cx="19799300" cy="11137104"/>
          </a:xfrm>
          <a:prstGeom prst="rect">
            <a:avLst/>
          </a:prstGeom>
        </p:spPr>
      </p:pic>
      <p:sp>
        <p:nvSpPr>
          <p:cNvPr id="3" name="Номер слайда">
            <a:extLst>
              <a:ext uri="{FF2B5EF4-FFF2-40B4-BE49-F238E27FC236}">
                <a16:creationId xmlns:a16="http://schemas.microsoft.com/office/drawing/2014/main" id="{0CD6ABF4-FA5E-C290-265D-F03687E8711A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968701968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pos="1224">
          <p15:clr>
            <a:srgbClr val="FBAE40"/>
          </p15:clr>
        </p15:guide>
        <p15:guide id="2" pos="1383">
          <p15:clr>
            <a:srgbClr val="FBAE40"/>
          </p15:clr>
        </p15:guide>
        <p15:guide id="3" pos="2199">
          <p15:clr>
            <a:srgbClr val="FBAE40"/>
          </p15:clr>
        </p15:guide>
        <p15:guide id="4" pos="2358">
          <p15:clr>
            <a:srgbClr val="FBAE40"/>
          </p15:clr>
        </p15:guide>
        <p15:guide id="5" pos="3197">
          <p15:clr>
            <a:srgbClr val="FBAE40"/>
          </p15:clr>
        </p15:guide>
        <p15:guide id="6" pos="3356">
          <p15:clr>
            <a:srgbClr val="FBAE40"/>
          </p15:clr>
        </p15:guide>
        <p15:guide id="7" pos="4172">
          <p15:clr>
            <a:srgbClr val="FBAE40"/>
          </p15:clr>
        </p15:guide>
        <p15:guide id="8" pos="4331">
          <p15:clr>
            <a:srgbClr val="FBAE40"/>
          </p15:clr>
        </p15:guide>
        <p15:guide id="9" pos="5170">
          <p15:clr>
            <a:srgbClr val="FBAE40"/>
          </p15:clr>
        </p15:guide>
        <p15:guide id="10" pos="5329">
          <p15:clr>
            <a:srgbClr val="FBAE40"/>
          </p15:clr>
        </p15:guide>
        <p15:guide id="11" pos="6168">
          <p15:clr>
            <a:srgbClr val="FBAE40"/>
          </p15:clr>
        </p15:guide>
        <p15:guide id="12" pos="6327">
          <p15:clr>
            <a:srgbClr val="FBAE40"/>
          </p15:clr>
        </p15:guide>
        <p15:guide id="13" pos="7143">
          <p15:clr>
            <a:srgbClr val="FBAE40"/>
          </p15:clr>
        </p15:guide>
        <p15:guide id="14" pos="7302">
          <p15:clr>
            <a:srgbClr val="FBAE40"/>
          </p15:clr>
        </p15:guide>
        <p15:guide id="15" pos="8118">
          <p15:clr>
            <a:srgbClr val="FBAE40"/>
          </p15:clr>
        </p15:guide>
        <p15:guide id="16" pos="8277">
          <p15:clr>
            <a:srgbClr val="FBAE40"/>
          </p15:clr>
        </p15:guide>
        <p15:guide id="17" pos="9116">
          <p15:clr>
            <a:srgbClr val="FBAE40"/>
          </p15:clr>
        </p15:guide>
        <p15:guide id="18" pos="9275">
          <p15:clr>
            <a:srgbClr val="FBAE40"/>
          </p15:clr>
        </p15:guide>
        <p15:guide id="19" pos="10092">
          <p15:clr>
            <a:srgbClr val="FBAE40"/>
          </p15:clr>
        </p15:guide>
        <p15:guide id="20" pos="10250">
          <p15:clr>
            <a:srgbClr val="FBAE40"/>
          </p15:clr>
        </p15:guide>
        <p15:guide id="21" pos="11089">
          <p15:clr>
            <a:srgbClr val="FBAE40"/>
          </p15:clr>
        </p15:guide>
        <p15:guide id="22" pos="11248">
          <p15:clr>
            <a:srgbClr val="FBAE40"/>
          </p15:clr>
        </p15:guide>
        <p15:guide id="23" orient="horz" pos="771">
          <p15:clr>
            <a:srgbClr val="FBAE40"/>
          </p15:clr>
        </p15:guide>
        <p15:guide id="24" orient="horz" pos="930">
          <p15:clr>
            <a:srgbClr val="FBAE40"/>
          </p15:clr>
        </p15:guide>
        <p15:guide id="25" orient="horz" pos="1292">
          <p15:clr>
            <a:srgbClr val="FBAE40"/>
          </p15:clr>
        </p15:guide>
        <p15:guide id="26" orient="horz" pos="1451">
          <p15:clr>
            <a:srgbClr val="FBAE40"/>
          </p15:clr>
        </p15:guide>
        <p15:guide id="27" orient="horz" pos="1837">
          <p15:clr>
            <a:srgbClr val="FBAE40"/>
          </p15:clr>
        </p15:guide>
        <p15:guide id="28" orient="horz" pos="1995">
          <p15:clr>
            <a:srgbClr val="FBAE40"/>
          </p15:clr>
        </p15:guide>
        <p15:guide id="29" orient="horz" pos="2358">
          <p15:clr>
            <a:srgbClr val="FBAE40"/>
          </p15:clr>
        </p15:guide>
        <p15:guide id="30" orient="horz" pos="2517">
          <p15:clr>
            <a:srgbClr val="FBAE40"/>
          </p15:clr>
        </p15:guide>
        <p15:guide id="31" orient="horz" pos="2903">
          <p15:clr>
            <a:srgbClr val="FBAE40"/>
          </p15:clr>
        </p15:guide>
        <p15:guide id="32" orient="horz" pos="3061">
          <p15:clr>
            <a:srgbClr val="FBAE40"/>
          </p15:clr>
        </p15:guide>
        <p15:guide id="33" orient="horz" pos="3424">
          <p15:clr>
            <a:srgbClr val="FBAE40"/>
          </p15:clr>
        </p15:guide>
        <p15:guide id="34" orient="horz" pos="3583">
          <p15:clr>
            <a:srgbClr val="FBAE40"/>
          </p15:clr>
        </p15:guide>
        <p15:guide id="37" orient="horz" pos="3969">
          <p15:clr>
            <a:srgbClr val="FBAE40"/>
          </p15:clr>
        </p15:guide>
        <p15:guide id="38" orient="horz" pos="4127">
          <p15:clr>
            <a:srgbClr val="FBAE40"/>
          </p15:clr>
        </p15:guide>
        <p15:guide id="39" orient="horz" pos="4513">
          <p15:clr>
            <a:srgbClr val="FBAE40"/>
          </p15:clr>
        </p15:guide>
        <p15:guide id="40" orient="horz" pos="4672">
          <p15:clr>
            <a:srgbClr val="FBAE40"/>
          </p15:clr>
        </p15:guide>
        <p15:guide id="41" orient="horz" pos="5035">
          <p15:clr>
            <a:srgbClr val="FBAE40"/>
          </p15:clr>
        </p15:guide>
        <p15:guide id="42" orient="horz" pos="5193">
          <p15:clr>
            <a:srgbClr val="FBAE40"/>
          </p15:clr>
        </p15:guide>
        <p15:guide id="43" orient="horz" pos="5579">
          <p15:clr>
            <a:srgbClr val="FBAE40"/>
          </p15:clr>
        </p15:guide>
        <p15:guide id="44" orient="horz" pos="5738">
          <p15:clr>
            <a:srgbClr val="FBAE40"/>
          </p15:clr>
        </p15:guide>
        <p15:guide id="45" orient="horz" pos="6100">
          <p15:clr>
            <a:srgbClr val="FBAE40"/>
          </p15:clr>
        </p15:guide>
        <p15:guide id="46" orient="horz" pos="6259">
          <p15:clr>
            <a:srgbClr val="FBAE4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ля дизайнера 3">
    <p:bg>
      <p:bgPr>
        <a:gradFill>
          <a:gsLst>
            <a:gs pos="0">
              <a:srgbClr val="E0E1E3"/>
            </a:gs>
            <a:gs pos="100000">
              <a:srgbClr val="F3F3F5"/>
            </a:gs>
          </a:gsLst>
          <a:lin ang="27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6251D5F1-2AF4-9D4F-5EDA-3B14ECB84BB3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4" name="Номер слайда">
            <a:extLst>
              <a:ext uri="{FF2B5EF4-FFF2-40B4-BE49-F238E27FC236}">
                <a16:creationId xmlns:a16="http://schemas.microsoft.com/office/drawing/2014/main" id="{B936FF7C-912E-C469-CC6F-F4D6C411C68B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902813067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pos="1224">
          <p15:clr>
            <a:srgbClr val="FBAE40"/>
          </p15:clr>
        </p15:guide>
        <p15:guide id="2" pos="1383">
          <p15:clr>
            <a:srgbClr val="FBAE40"/>
          </p15:clr>
        </p15:guide>
        <p15:guide id="3" pos="2199">
          <p15:clr>
            <a:srgbClr val="FBAE40"/>
          </p15:clr>
        </p15:guide>
        <p15:guide id="4" pos="2358">
          <p15:clr>
            <a:srgbClr val="FBAE40"/>
          </p15:clr>
        </p15:guide>
        <p15:guide id="5" pos="3197">
          <p15:clr>
            <a:srgbClr val="FBAE40"/>
          </p15:clr>
        </p15:guide>
        <p15:guide id="6" pos="3356">
          <p15:clr>
            <a:srgbClr val="FBAE40"/>
          </p15:clr>
        </p15:guide>
        <p15:guide id="7" pos="4172">
          <p15:clr>
            <a:srgbClr val="FBAE40"/>
          </p15:clr>
        </p15:guide>
        <p15:guide id="8" pos="4331">
          <p15:clr>
            <a:srgbClr val="FBAE40"/>
          </p15:clr>
        </p15:guide>
        <p15:guide id="9" pos="5170">
          <p15:clr>
            <a:srgbClr val="FBAE40"/>
          </p15:clr>
        </p15:guide>
        <p15:guide id="10" pos="5329">
          <p15:clr>
            <a:srgbClr val="FBAE40"/>
          </p15:clr>
        </p15:guide>
        <p15:guide id="11" pos="6168">
          <p15:clr>
            <a:srgbClr val="FBAE40"/>
          </p15:clr>
        </p15:guide>
        <p15:guide id="12" pos="6327">
          <p15:clr>
            <a:srgbClr val="FBAE40"/>
          </p15:clr>
        </p15:guide>
        <p15:guide id="13" pos="7143">
          <p15:clr>
            <a:srgbClr val="FBAE40"/>
          </p15:clr>
        </p15:guide>
        <p15:guide id="14" pos="7302">
          <p15:clr>
            <a:srgbClr val="FBAE40"/>
          </p15:clr>
        </p15:guide>
        <p15:guide id="15" pos="8118">
          <p15:clr>
            <a:srgbClr val="FBAE40"/>
          </p15:clr>
        </p15:guide>
        <p15:guide id="16" pos="8277">
          <p15:clr>
            <a:srgbClr val="FBAE40"/>
          </p15:clr>
        </p15:guide>
        <p15:guide id="17" pos="9116">
          <p15:clr>
            <a:srgbClr val="FBAE40"/>
          </p15:clr>
        </p15:guide>
        <p15:guide id="18" pos="9275">
          <p15:clr>
            <a:srgbClr val="FBAE40"/>
          </p15:clr>
        </p15:guide>
        <p15:guide id="19" pos="10092">
          <p15:clr>
            <a:srgbClr val="FBAE40"/>
          </p15:clr>
        </p15:guide>
        <p15:guide id="20" pos="10250">
          <p15:clr>
            <a:srgbClr val="FBAE40"/>
          </p15:clr>
        </p15:guide>
        <p15:guide id="21" pos="11089">
          <p15:clr>
            <a:srgbClr val="FBAE40"/>
          </p15:clr>
        </p15:guide>
        <p15:guide id="22" pos="11248">
          <p15:clr>
            <a:srgbClr val="FBAE40"/>
          </p15:clr>
        </p15:guide>
        <p15:guide id="23" orient="horz" pos="771" userDrawn="1">
          <p15:clr>
            <a:srgbClr val="FBAE40"/>
          </p15:clr>
        </p15:guide>
        <p15:guide id="24" orient="horz" pos="930">
          <p15:clr>
            <a:srgbClr val="FBAE40"/>
          </p15:clr>
        </p15:guide>
        <p15:guide id="25" orient="horz" pos="1292">
          <p15:clr>
            <a:srgbClr val="FBAE40"/>
          </p15:clr>
        </p15:guide>
        <p15:guide id="26" orient="horz" pos="1451">
          <p15:clr>
            <a:srgbClr val="FBAE40"/>
          </p15:clr>
        </p15:guide>
        <p15:guide id="27" orient="horz" pos="1837">
          <p15:clr>
            <a:srgbClr val="FBAE40"/>
          </p15:clr>
        </p15:guide>
        <p15:guide id="28" orient="horz" pos="1995">
          <p15:clr>
            <a:srgbClr val="FBAE40"/>
          </p15:clr>
        </p15:guide>
        <p15:guide id="29" orient="horz" pos="2358">
          <p15:clr>
            <a:srgbClr val="FBAE40"/>
          </p15:clr>
        </p15:guide>
        <p15:guide id="30" orient="horz" pos="2517">
          <p15:clr>
            <a:srgbClr val="FBAE40"/>
          </p15:clr>
        </p15:guide>
        <p15:guide id="31" orient="horz" pos="2903">
          <p15:clr>
            <a:srgbClr val="FBAE40"/>
          </p15:clr>
        </p15:guide>
        <p15:guide id="32" orient="horz" pos="3061">
          <p15:clr>
            <a:srgbClr val="FBAE40"/>
          </p15:clr>
        </p15:guide>
        <p15:guide id="33" orient="horz" pos="3424">
          <p15:clr>
            <a:srgbClr val="FBAE40"/>
          </p15:clr>
        </p15:guide>
        <p15:guide id="34" orient="horz" pos="3583">
          <p15:clr>
            <a:srgbClr val="FBAE40"/>
          </p15:clr>
        </p15:guide>
        <p15:guide id="37" orient="horz" pos="3969">
          <p15:clr>
            <a:srgbClr val="FBAE40"/>
          </p15:clr>
        </p15:guide>
        <p15:guide id="38" orient="horz" pos="4127">
          <p15:clr>
            <a:srgbClr val="FBAE40"/>
          </p15:clr>
        </p15:guide>
        <p15:guide id="39" orient="horz" pos="4513">
          <p15:clr>
            <a:srgbClr val="FBAE40"/>
          </p15:clr>
        </p15:guide>
        <p15:guide id="40" orient="horz" pos="4672">
          <p15:clr>
            <a:srgbClr val="FBAE40"/>
          </p15:clr>
        </p15:guide>
        <p15:guide id="41" orient="horz" pos="5035">
          <p15:clr>
            <a:srgbClr val="FBAE40"/>
          </p15:clr>
        </p15:guide>
        <p15:guide id="42" orient="horz" pos="5193">
          <p15:clr>
            <a:srgbClr val="FBAE40"/>
          </p15:clr>
        </p15:guide>
        <p15:guide id="43" orient="horz" pos="5579">
          <p15:clr>
            <a:srgbClr val="FBAE40"/>
          </p15:clr>
        </p15:guide>
        <p15:guide id="44" orient="horz" pos="5738">
          <p15:clr>
            <a:srgbClr val="FBAE40"/>
          </p15:clr>
        </p15:guide>
        <p15:guide id="45" orient="horz" pos="6100">
          <p15:clr>
            <a:srgbClr val="FBAE40"/>
          </p15:clr>
        </p15:guide>
        <p15:guide id="46" orient="horz" pos="6259">
          <p15:clr>
            <a:srgbClr val="FBAE40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ля дизайнера 4">
    <p:bg>
      <p:bgPr>
        <a:blipFill dpi="0" rotWithShape="1">
          <a:blip r:embed="rId2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 l="-3000" r="-3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9327BB1A-232A-915D-0822-9E971DAD319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-6420"/>
            <a:ext cx="19836000" cy="11157748"/>
          </a:xfrm>
          <a:prstGeom prst="rect">
            <a:avLst/>
          </a:prstGeom>
        </p:spPr>
      </p:pic>
      <p:sp>
        <p:nvSpPr>
          <p:cNvPr id="3" name="Номер слайда">
            <a:extLst>
              <a:ext uri="{FF2B5EF4-FFF2-40B4-BE49-F238E27FC236}">
                <a16:creationId xmlns:a16="http://schemas.microsoft.com/office/drawing/2014/main" id="{33F4BB79-CBF9-9F96-D712-095F36FD85C6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solidFill>
                  <a:schemeClr val="accent6"/>
                </a:solidFill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059459987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pos="1224">
          <p15:clr>
            <a:srgbClr val="FBAE40"/>
          </p15:clr>
        </p15:guide>
        <p15:guide id="2" pos="1383">
          <p15:clr>
            <a:srgbClr val="FBAE40"/>
          </p15:clr>
        </p15:guide>
        <p15:guide id="3" pos="2199">
          <p15:clr>
            <a:srgbClr val="FBAE40"/>
          </p15:clr>
        </p15:guide>
        <p15:guide id="4" pos="2358">
          <p15:clr>
            <a:srgbClr val="FBAE40"/>
          </p15:clr>
        </p15:guide>
        <p15:guide id="5" pos="3197">
          <p15:clr>
            <a:srgbClr val="FBAE40"/>
          </p15:clr>
        </p15:guide>
        <p15:guide id="6" pos="3356">
          <p15:clr>
            <a:srgbClr val="FBAE40"/>
          </p15:clr>
        </p15:guide>
        <p15:guide id="7" pos="4172">
          <p15:clr>
            <a:srgbClr val="FBAE40"/>
          </p15:clr>
        </p15:guide>
        <p15:guide id="8" pos="4331">
          <p15:clr>
            <a:srgbClr val="FBAE40"/>
          </p15:clr>
        </p15:guide>
        <p15:guide id="9" pos="5170">
          <p15:clr>
            <a:srgbClr val="FBAE40"/>
          </p15:clr>
        </p15:guide>
        <p15:guide id="10" pos="5329">
          <p15:clr>
            <a:srgbClr val="FBAE40"/>
          </p15:clr>
        </p15:guide>
        <p15:guide id="11" pos="6168">
          <p15:clr>
            <a:srgbClr val="FBAE40"/>
          </p15:clr>
        </p15:guide>
        <p15:guide id="12" pos="6327">
          <p15:clr>
            <a:srgbClr val="FBAE40"/>
          </p15:clr>
        </p15:guide>
        <p15:guide id="13" pos="7143">
          <p15:clr>
            <a:srgbClr val="FBAE40"/>
          </p15:clr>
        </p15:guide>
        <p15:guide id="14" pos="7302">
          <p15:clr>
            <a:srgbClr val="FBAE40"/>
          </p15:clr>
        </p15:guide>
        <p15:guide id="15" pos="8118">
          <p15:clr>
            <a:srgbClr val="FBAE40"/>
          </p15:clr>
        </p15:guide>
        <p15:guide id="16" pos="8277">
          <p15:clr>
            <a:srgbClr val="FBAE40"/>
          </p15:clr>
        </p15:guide>
        <p15:guide id="17" pos="9116">
          <p15:clr>
            <a:srgbClr val="FBAE40"/>
          </p15:clr>
        </p15:guide>
        <p15:guide id="18" pos="9275">
          <p15:clr>
            <a:srgbClr val="FBAE40"/>
          </p15:clr>
        </p15:guide>
        <p15:guide id="19" pos="10092">
          <p15:clr>
            <a:srgbClr val="FBAE40"/>
          </p15:clr>
        </p15:guide>
        <p15:guide id="20" pos="10250">
          <p15:clr>
            <a:srgbClr val="FBAE40"/>
          </p15:clr>
        </p15:guide>
        <p15:guide id="21" pos="11089">
          <p15:clr>
            <a:srgbClr val="FBAE40"/>
          </p15:clr>
        </p15:guide>
        <p15:guide id="22" pos="11248">
          <p15:clr>
            <a:srgbClr val="FBAE40"/>
          </p15:clr>
        </p15:guide>
        <p15:guide id="23" orient="horz" pos="771">
          <p15:clr>
            <a:srgbClr val="FBAE40"/>
          </p15:clr>
        </p15:guide>
        <p15:guide id="24" orient="horz" pos="930">
          <p15:clr>
            <a:srgbClr val="FBAE40"/>
          </p15:clr>
        </p15:guide>
        <p15:guide id="25" orient="horz" pos="1292">
          <p15:clr>
            <a:srgbClr val="FBAE40"/>
          </p15:clr>
        </p15:guide>
        <p15:guide id="26" orient="horz" pos="1451">
          <p15:clr>
            <a:srgbClr val="FBAE40"/>
          </p15:clr>
        </p15:guide>
        <p15:guide id="27" orient="horz" pos="1837">
          <p15:clr>
            <a:srgbClr val="FBAE40"/>
          </p15:clr>
        </p15:guide>
        <p15:guide id="28" orient="horz" pos="1995">
          <p15:clr>
            <a:srgbClr val="FBAE40"/>
          </p15:clr>
        </p15:guide>
        <p15:guide id="29" orient="horz" pos="2358">
          <p15:clr>
            <a:srgbClr val="FBAE40"/>
          </p15:clr>
        </p15:guide>
        <p15:guide id="30" orient="horz" pos="2517">
          <p15:clr>
            <a:srgbClr val="FBAE40"/>
          </p15:clr>
        </p15:guide>
        <p15:guide id="31" orient="horz" pos="2903">
          <p15:clr>
            <a:srgbClr val="FBAE40"/>
          </p15:clr>
        </p15:guide>
        <p15:guide id="32" orient="horz" pos="3061">
          <p15:clr>
            <a:srgbClr val="FBAE40"/>
          </p15:clr>
        </p15:guide>
        <p15:guide id="33" orient="horz" pos="3424">
          <p15:clr>
            <a:srgbClr val="FBAE40"/>
          </p15:clr>
        </p15:guide>
        <p15:guide id="34" orient="horz" pos="3583">
          <p15:clr>
            <a:srgbClr val="FBAE40"/>
          </p15:clr>
        </p15:guide>
        <p15:guide id="37" orient="horz" pos="3969">
          <p15:clr>
            <a:srgbClr val="FBAE40"/>
          </p15:clr>
        </p15:guide>
        <p15:guide id="38" orient="horz" pos="4127">
          <p15:clr>
            <a:srgbClr val="FBAE40"/>
          </p15:clr>
        </p15:guide>
        <p15:guide id="39" orient="horz" pos="4513">
          <p15:clr>
            <a:srgbClr val="FBAE40"/>
          </p15:clr>
        </p15:guide>
        <p15:guide id="40" orient="horz" pos="4672">
          <p15:clr>
            <a:srgbClr val="FBAE40"/>
          </p15:clr>
        </p15:guide>
        <p15:guide id="41" orient="horz" pos="5035">
          <p15:clr>
            <a:srgbClr val="FBAE40"/>
          </p15:clr>
        </p15:guide>
        <p15:guide id="42" orient="horz" pos="5193">
          <p15:clr>
            <a:srgbClr val="FBAE40"/>
          </p15:clr>
        </p15:guide>
        <p15:guide id="43" orient="horz" pos="5579">
          <p15:clr>
            <a:srgbClr val="FBAE40"/>
          </p15:clr>
        </p15:guide>
        <p15:guide id="44" orient="horz" pos="5738">
          <p15:clr>
            <a:srgbClr val="FBAE40"/>
          </p15:clr>
        </p15:guide>
        <p15:guide id="45" orient="horz" pos="6100">
          <p15:clr>
            <a:srgbClr val="FBAE40"/>
          </p15:clr>
        </p15:guide>
        <p15:guide id="46" orient="horz" pos="6259">
          <p15:clr>
            <a:srgbClr val="FBAE40"/>
          </p15:clr>
        </p15:guide>
      </p15:sldGuideLst>
    </p:ext>
  </p:extLst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ля дизайнера 5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04C0AF5F-F272-25C3-6AE1-16E696AAA311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solidFill>
            <a:schemeClr val="accent2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4" name="Номер слайда">
            <a:extLst>
              <a:ext uri="{FF2B5EF4-FFF2-40B4-BE49-F238E27FC236}">
                <a16:creationId xmlns:a16="http://schemas.microsoft.com/office/drawing/2014/main" id="{9DE8B3DF-6BA0-8D54-AF33-0EE7727168CF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solidFill>
                  <a:schemeClr val="accent6"/>
                </a:solidFill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949370961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pos="1224">
          <p15:clr>
            <a:srgbClr val="FBAE40"/>
          </p15:clr>
        </p15:guide>
        <p15:guide id="2" pos="1383">
          <p15:clr>
            <a:srgbClr val="FBAE40"/>
          </p15:clr>
        </p15:guide>
        <p15:guide id="3" pos="2199">
          <p15:clr>
            <a:srgbClr val="FBAE40"/>
          </p15:clr>
        </p15:guide>
        <p15:guide id="4" pos="2358">
          <p15:clr>
            <a:srgbClr val="FBAE40"/>
          </p15:clr>
        </p15:guide>
        <p15:guide id="5" pos="3197">
          <p15:clr>
            <a:srgbClr val="FBAE40"/>
          </p15:clr>
        </p15:guide>
        <p15:guide id="6" pos="3356">
          <p15:clr>
            <a:srgbClr val="FBAE40"/>
          </p15:clr>
        </p15:guide>
        <p15:guide id="7" pos="4172">
          <p15:clr>
            <a:srgbClr val="FBAE40"/>
          </p15:clr>
        </p15:guide>
        <p15:guide id="8" pos="4331">
          <p15:clr>
            <a:srgbClr val="FBAE40"/>
          </p15:clr>
        </p15:guide>
        <p15:guide id="9" pos="5170">
          <p15:clr>
            <a:srgbClr val="FBAE40"/>
          </p15:clr>
        </p15:guide>
        <p15:guide id="10" pos="5329">
          <p15:clr>
            <a:srgbClr val="FBAE40"/>
          </p15:clr>
        </p15:guide>
        <p15:guide id="11" pos="6168">
          <p15:clr>
            <a:srgbClr val="FBAE40"/>
          </p15:clr>
        </p15:guide>
        <p15:guide id="12" pos="6327">
          <p15:clr>
            <a:srgbClr val="FBAE40"/>
          </p15:clr>
        </p15:guide>
        <p15:guide id="13" pos="7143">
          <p15:clr>
            <a:srgbClr val="FBAE40"/>
          </p15:clr>
        </p15:guide>
        <p15:guide id="14" pos="7302">
          <p15:clr>
            <a:srgbClr val="FBAE40"/>
          </p15:clr>
        </p15:guide>
        <p15:guide id="15" pos="8118">
          <p15:clr>
            <a:srgbClr val="FBAE40"/>
          </p15:clr>
        </p15:guide>
        <p15:guide id="16" pos="8277">
          <p15:clr>
            <a:srgbClr val="FBAE40"/>
          </p15:clr>
        </p15:guide>
        <p15:guide id="17" pos="9116">
          <p15:clr>
            <a:srgbClr val="FBAE40"/>
          </p15:clr>
        </p15:guide>
        <p15:guide id="18" pos="9275">
          <p15:clr>
            <a:srgbClr val="FBAE40"/>
          </p15:clr>
        </p15:guide>
        <p15:guide id="19" pos="10092">
          <p15:clr>
            <a:srgbClr val="FBAE40"/>
          </p15:clr>
        </p15:guide>
        <p15:guide id="20" pos="10250">
          <p15:clr>
            <a:srgbClr val="FBAE40"/>
          </p15:clr>
        </p15:guide>
        <p15:guide id="21" pos="11089">
          <p15:clr>
            <a:srgbClr val="FBAE40"/>
          </p15:clr>
        </p15:guide>
        <p15:guide id="22" pos="11248">
          <p15:clr>
            <a:srgbClr val="FBAE40"/>
          </p15:clr>
        </p15:guide>
        <p15:guide id="23" orient="horz" pos="771">
          <p15:clr>
            <a:srgbClr val="FBAE40"/>
          </p15:clr>
        </p15:guide>
        <p15:guide id="24" orient="horz" pos="930">
          <p15:clr>
            <a:srgbClr val="FBAE40"/>
          </p15:clr>
        </p15:guide>
        <p15:guide id="25" orient="horz" pos="1292">
          <p15:clr>
            <a:srgbClr val="FBAE40"/>
          </p15:clr>
        </p15:guide>
        <p15:guide id="26" orient="horz" pos="1451">
          <p15:clr>
            <a:srgbClr val="FBAE40"/>
          </p15:clr>
        </p15:guide>
        <p15:guide id="27" orient="horz" pos="1837">
          <p15:clr>
            <a:srgbClr val="FBAE40"/>
          </p15:clr>
        </p15:guide>
        <p15:guide id="28" orient="horz" pos="1995">
          <p15:clr>
            <a:srgbClr val="FBAE40"/>
          </p15:clr>
        </p15:guide>
        <p15:guide id="29" orient="horz" pos="2358">
          <p15:clr>
            <a:srgbClr val="FBAE40"/>
          </p15:clr>
        </p15:guide>
        <p15:guide id="30" orient="horz" pos="2517">
          <p15:clr>
            <a:srgbClr val="FBAE40"/>
          </p15:clr>
        </p15:guide>
        <p15:guide id="31" orient="horz" pos="2903">
          <p15:clr>
            <a:srgbClr val="FBAE40"/>
          </p15:clr>
        </p15:guide>
        <p15:guide id="32" orient="horz" pos="3061">
          <p15:clr>
            <a:srgbClr val="FBAE40"/>
          </p15:clr>
        </p15:guide>
        <p15:guide id="33" orient="horz" pos="3424">
          <p15:clr>
            <a:srgbClr val="FBAE40"/>
          </p15:clr>
        </p15:guide>
        <p15:guide id="34" orient="horz" pos="3583">
          <p15:clr>
            <a:srgbClr val="FBAE40"/>
          </p15:clr>
        </p15:guide>
        <p15:guide id="37" orient="horz" pos="3969">
          <p15:clr>
            <a:srgbClr val="FBAE40"/>
          </p15:clr>
        </p15:guide>
        <p15:guide id="38" orient="horz" pos="4127">
          <p15:clr>
            <a:srgbClr val="FBAE40"/>
          </p15:clr>
        </p15:guide>
        <p15:guide id="39" orient="horz" pos="4513">
          <p15:clr>
            <a:srgbClr val="FBAE40"/>
          </p15:clr>
        </p15:guide>
        <p15:guide id="40" orient="horz" pos="4672">
          <p15:clr>
            <a:srgbClr val="FBAE40"/>
          </p15:clr>
        </p15:guide>
        <p15:guide id="41" orient="horz" pos="5035">
          <p15:clr>
            <a:srgbClr val="FBAE40"/>
          </p15:clr>
        </p15:guide>
        <p15:guide id="42" orient="horz" pos="5193">
          <p15:clr>
            <a:srgbClr val="FBAE40"/>
          </p15:clr>
        </p15:guide>
        <p15:guide id="43" orient="horz" pos="5579">
          <p15:clr>
            <a:srgbClr val="FBAE40"/>
          </p15:clr>
        </p15:guide>
        <p15:guide id="44" orient="horz" pos="5738">
          <p15:clr>
            <a:srgbClr val="FBAE40"/>
          </p15:clr>
        </p15:guide>
        <p15:guide id="45" orient="horz" pos="6100">
          <p15:clr>
            <a:srgbClr val="FBAE40"/>
          </p15:clr>
        </p15:guide>
        <p15:guide id="46" orient="horz" pos="6259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49.xml"/><Relationship Id="rId50" Type="http://schemas.openxmlformats.org/officeDocument/2006/relationships/slideLayout" Target="../slideLayouts/slideLayout50.xml"/><Relationship Id="rId51" Type="http://schemas.openxmlformats.org/officeDocument/2006/relationships/slideLayout" Target="../slideLayouts/slideLayout51.xml"/><Relationship Id="rId52" Type="http://schemas.openxmlformats.org/officeDocument/2006/relationships/slideLayout" Target="../slideLayouts/slideLayout52.xml"/><Relationship Id="rId53" Type="http://schemas.openxmlformats.org/officeDocument/2006/relationships/slideLayout" Target="../slideLayouts/slideLayout53.xml"/><Relationship Id="rId54" Type="http://schemas.openxmlformats.org/officeDocument/2006/relationships/slideLayout" Target="../slideLayouts/slideLayout54.xml"/><Relationship Id="rId55" Type="http://schemas.openxmlformats.org/officeDocument/2006/relationships/slideLayout" Target="../slideLayouts/slideLayout55.xml"/><Relationship Id="rId56" Type="http://schemas.openxmlformats.org/officeDocument/2006/relationships/slideLayout" Target="../slideLayouts/slideLayout56.xml"/><Relationship Id="rId5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Номер слайда">
            <a:extLst>
              <a:ext uri="{FF2B5EF4-FFF2-40B4-BE49-F238E27FC236}">
                <a16:creationId xmlns:a16="http://schemas.microsoft.com/office/drawing/2014/main" id="{63B56008-A337-B822-0430-FAE6377E5C0B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71" r:id="rId1"/>
    <p:sldLayoutId id="2147483845" r:id="rId2"/>
    <p:sldLayoutId id="2147483854" r:id="rId3"/>
    <p:sldLayoutId id="2147483782" r:id="rId4"/>
    <p:sldLayoutId id="2147483837" r:id="rId5"/>
    <p:sldLayoutId id="2147483776" r:id="rId6"/>
    <p:sldLayoutId id="2147483836" r:id="rId7"/>
    <p:sldLayoutId id="2147483789" r:id="rId8"/>
    <p:sldLayoutId id="2147483799" r:id="rId9"/>
    <p:sldLayoutId id="2147483769" r:id="rId10"/>
    <p:sldLayoutId id="2147483784" r:id="rId11"/>
    <p:sldLayoutId id="2147483786" r:id="rId12"/>
    <p:sldLayoutId id="2147483772" r:id="rId13"/>
    <p:sldLayoutId id="2147483785" r:id="rId14"/>
    <p:sldLayoutId id="2147483859" r:id="rId15"/>
    <p:sldLayoutId id="2147483860" r:id="rId16"/>
    <p:sldLayoutId id="2147483783" r:id="rId17"/>
    <p:sldLayoutId id="2147483852" r:id="rId18"/>
    <p:sldLayoutId id="2147483820" r:id="rId19"/>
    <p:sldLayoutId id="2147483777" r:id="rId20"/>
    <p:sldLayoutId id="2147483823" r:id="rId21"/>
    <p:sldLayoutId id="2147483813" r:id="rId22"/>
    <p:sldLayoutId id="2147483814" r:id="rId23"/>
    <p:sldLayoutId id="2147483787" r:id="rId24"/>
    <p:sldLayoutId id="2147483846" r:id="rId25"/>
    <p:sldLayoutId id="2147483790" r:id="rId26"/>
    <p:sldLayoutId id="2147483791" r:id="rId27"/>
    <p:sldLayoutId id="2147483849" r:id="rId28"/>
    <p:sldLayoutId id="2147483792" r:id="rId29"/>
    <p:sldLayoutId id="2147483839" r:id="rId30"/>
    <p:sldLayoutId id="2147483840" r:id="rId31"/>
    <p:sldLayoutId id="2147483810" r:id="rId32"/>
    <p:sldLayoutId id="2147483829" r:id="rId33"/>
    <p:sldLayoutId id="2147483830" r:id="rId34"/>
    <p:sldLayoutId id="2147483831" r:id="rId35"/>
    <p:sldLayoutId id="2147483838" r:id="rId36"/>
    <p:sldLayoutId id="2147483800" r:id="rId37"/>
    <p:sldLayoutId id="2147483825" r:id="rId38"/>
    <p:sldLayoutId id="2147483826" r:id="rId39"/>
    <p:sldLayoutId id="2147483828" r:id="rId40"/>
    <p:sldLayoutId id="2147483801" r:id="rId41"/>
    <p:sldLayoutId id="2147483802" r:id="rId42"/>
    <p:sldLayoutId id="2147483855" r:id="rId43"/>
    <p:sldLayoutId id="2147483858" r:id="rId44"/>
    <p:sldLayoutId id="2147483856" r:id="rId45"/>
    <p:sldLayoutId id="2147483857" r:id="rId46"/>
    <p:sldLayoutId id="2147483851" r:id="rId47"/>
    <p:sldLayoutId id="2147483809" r:id="rId48"/>
    <p:sldLayoutId id="2147483841" r:id="rId49"/>
    <p:sldLayoutId id="2147483847" r:id="rId50"/>
    <p:sldLayoutId id="2147483863" r:id="rId51"/>
    <p:sldLayoutId id="2147483834" r:id="rId52"/>
    <p:sldLayoutId id="2147483832" r:id="rId53"/>
    <p:sldLayoutId id="2147483835" r:id="rId54"/>
    <p:sldLayoutId id="2147483833" r:id="rId55"/>
    <p:sldLayoutId id="2147483843" r:id="rId56"/>
  </p:sldLayoutIdLst>
  <p:transition spd="med"/>
  <p:hf hdr="0" ftr="0" dt="0"/>
  <p:txStyles>
    <p:titleStyle>
      <a:lvl1pPr marL="0" marR="0" indent="0" algn="l" defTabSz="1485609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7086" b="0" i="0" u="none" strike="noStrike" cap="none" spc="0" baseline="0">
          <a:solidFill>
            <a:srgbClr val="000000"/>
          </a:solidFill>
          <a:uFillTx/>
          <a:latin typeface="Tinkoff Sans"/>
          <a:ea typeface="Tinkoff Sans"/>
          <a:cs typeface="Tinkoff Sans"/>
          <a:sym typeface="Tinkoff Sans"/>
        </a:defRPr>
      </a:lvl1pPr>
      <a:lvl2pPr marL="0" marR="0" indent="0" algn="l" defTabSz="1485609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7086" b="0" i="0" u="none" strike="noStrike" cap="none" spc="0" baseline="0">
          <a:solidFill>
            <a:srgbClr val="000000"/>
          </a:solidFill>
          <a:uFillTx/>
          <a:latin typeface="Tinkoff Sans"/>
          <a:ea typeface="Tinkoff Sans"/>
          <a:cs typeface="Tinkoff Sans"/>
          <a:sym typeface="Tinkoff Sans"/>
        </a:defRPr>
      </a:lvl2pPr>
      <a:lvl3pPr marL="0" marR="0" indent="0" algn="l" defTabSz="1485609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7086" b="0" i="0" u="none" strike="noStrike" cap="none" spc="0" baseline="0">
          <a:solidFill>
            <a:srgbClr val="000000"/>
          </a:solidFill>
          <a:uFillTx/>
          <a:latin typeface="Tinkoff Sans"/>
          <a:ea typeface="Tinkoff Sans"/>
          <a:cs typeface="Tinkoff Sans"/>
          <a:sym typeface="Tinkoff Sans"/>
        </a:defRPr>
      </a:lvl3pPr>
      <a:lvl4pPr marL="0" marR="0" indent="0" algn="l" defTabSz="1485609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7086" b="0" i="0" u="none" strike="noStrike" cap="none" spc="0" baseline="0">
          <a:solidFill>
            <a:srgbClr val="000000"/>
          </a:solidFill>
          <a:uFillTx/>
          <a:latin typeface="Tinkoff Sans"/>
          <a:ea typeface="Tinkoff Sans"/>
          <a:cs typeface="Tinkoff Sans"/>
          <a:sym typeface="Tinkoff Sans"/>
        </a:defRPr>
      </a:lvl4pPr>
      <a:lvl5pPr marL="0" marR="0" indent="0" algn="l" defTabSz="1485609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7086" b="0" i="0" u="none" strike="noStrike" cap="none" spc="0" baseline="0">
          <a:solidFill>
            <a:srgbClr val="000000"/>
          </a:solidFill>
          <a:uFillTx/>
          <a:latin typeface="Tinkoff Sans"/>
          <a:ea typeface="Tinkoff Sans"/>
          <a:cs typeface="Tinkoff Sans"/>
          <a:sym typeface="Tinkoff Sans"/>
        </a:defRPr>
      </a:lvl5pPr>
      <a:lvl6pPr marL="0" marR="0" indent="0" algn="l" defTabSz="1485609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7086" b="0" i="0" u="none" strike="noStrike" cap="none" spc="0" baseline="0">
          <a:solidFill>
            <a:srgbClr val="000000"/>
          </a:solidFill>
          <a:uFillTx/>
          <a:latin typeface="Tinkoff Sans"/>
          <a:ea typeface="Tinkoff Sans"/>
          <a:cs typeface="Tinkoff Sans"/>
          <a:sym typeface="Tinkoff Sans"/>
        </a:defRPr>
      </a:lvl6pPr>
      <a:lvl7pPr marL="0" marR="0" indent="0" algn="l" defTabSz="1485609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7086" b="0" i="0" u="none" strike="noStrike" cap="none" spc="0" baseline="0">
          <a:solidFill>
            <a:srgbClr val="000000"/>
          </a:solidFill>
          <a:uFillTx/>
          <a:latin typeface="Tinkoff Sans"/>
          <a:ea typeface="Tinkoff Sans"/>
          <a:cs typeface="Tinkoff Sans"/>
          <a:sym typeface="Tinkoff Sans"/>
        </a:defRPr>
      </a:lvl7pPr>
      <a:lvl8pPr marL="0" marR="0" indent="0" algn="l" defTabSz="1485609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7086" b="0" i="0" u="none" strike="noStrike" cap="none" spc="0" baseline="0">
          <a:solidFill>
            <a:srgbClr val="000000"/>
          </a:solidFill>
          <a:uFillTx/>
          <a:latin typeface="Tinkoff Sans"/>
          <a:ea typeface="Tinkoff Sans"/>
          <a:cs typeface="Tinkoff Sans"/>
          <a:sym typeface="Tinkoff Sans"/>
        </a:defRPr>
      </a:lvl8pPr>
      <a:lvl9pPr marL="0" marR="0" indent="0" algn="l" defTabSz="1485609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7086" b="0" i="0" u="none" strike="noStrike" cap="none" spc="0" baseline="0">
          <a:solidFill>
            <a:srgbClr val="000000"/>
          </a:solidFill>
          <a:uFillTx/>
          <a:latin typeface="Tinkoff Sans"/>
          <a:ea typeface="Tinkoff Sans"/>
          <a:cs typeface="Tinkoff Sans"/>
          <a:sym typeface="Tinkoff Sans"/>
        </a:defRPr>
      </a:lvl9pPr>
    </p:titleStyle>
    <p:bodyStyle>
      <a:lvl1pPr marL="0" marR="0" indent="0" algn="l" defTabSz="1485609" rtl="0" latinLnBrk="0">
        <a:lnSpc>
          <a:spcPct val="118000"/>
        </a:lnSpc>
        <a:spcBef>
          <a:spcPts val="2363"/>
        </a:spcBef>
        <a:spcAft>
          <a:spcPts val="0"/>
        </a:spcAft>
        <a:buClrTx/>
        <a:buSzPct val="100000"/>
        <a:buFont typeface="Wingdings" pitchFamily="2" charset="2"/>
        <a:buNone/>
        <a:tabLst/>
        <a:defRPr sz="2363" b="0" i="0" u="none" strike="noStrike" cap="none" spc="0" baseline="0">
          <a:solidFill>
            <a:srgbClr val="000000"/>
          </a:solidFill>
          <a:uFillTx/>
          <a:latin typeface="Tinkoff Sans"/>
          <a:ea typeface="Tinkoff Sans"/>
          <a:cs typeface="Tinkoff Sans"/>
          <a:sym typeface="Tinkoff Sans"/>
        </a:defRPr>
      </a:lvl1pPr>
      <a:lvl2pPr marL="708566" marR="0" indent="-438064" algn="l" defTabSz="1485609" rtl="0" latinLnBrk="0">
        <a:lnSpc>
          <a:spcPct val="118000"/>
        </a:lnSpc>
        <a:spcBef>
          <a:spcPts val="2363"/>
        </a:spcBef>
        <a:spcAft>
          <a:spcPts val="0"/>
        </a:spcAft>
        <a:buClrTx/>
        <a:buSzPct val="100000"/>
        <a:buFont typeface="Wingdings" pitchFamily="2" charset="2"/>
        <a:buChar char="§"/>
        <a:tabLst/>
        <a:defRPr sz="2363" b="0" i="0" u="none" strike="noStrike" cap="none" spc="0" baseline="0">
          <a:solidFill>
            <a:srgbClr val="000000"/>
          </a:solidFill>
          <a:uFillTx/>
          <a:latin typeface="Tinkoff Sans"/>
          <a:ea typeface="Tinkoff Sans"/>
          <a:cs typeface="Tinkoff Sans"/>
          <a:sym typeface="Tinkoff Sans"/>
        </a:defRPr>
      </a:lvl2pPr>
      <a:lvl3pPr marL="1417132" marR="0" indent="-517712" algn="l" defTabSz="1485609" rtl="0" latinLnBrk="0">
        <a:lnSpc>
          <a:spcPct val="118000"/>
        </a:lnSpc>
        <a:spcBef>
          <a:spcPts val="2363"/>
        </a:spcBef>
        <a:spcAft>
          <a:spcPts val="0"/>
        </a:spcAft>
        <a:buClrTx/>
        <a:buSzPct val="100000"/>
        <a:buFont typeface="Wingdings" pitchFamily="2" charset="2"/>
        <a:buChar char="§"/>
        <a:tabLst/>
        <a:defRPr sz="2363" b="0" i="0" u="none" strike="noStrike" cap="none" spc="0" baseline="0">
          <a:solidFill>
            <a:srgbClr val="000000"/>
          </a:solidFill>
          <a:uFillTx/>
          <a:latin typeface="Tinkoff Sans"/>
          <a:ea typeface="Tinkoff Sans"/>
          <a:cs typeface="Tinkoff Sans"/>
          <a:sym typeface="Tinkoff Sans"/>
        </a:defRPr>
      </a:lvl3pPr>
      <a:lvl4pPr marL="2125697" marR="0" indent="-589121" algn="l" defTabSz="1485609" rtl="0" latinLnBrk="0">
        <a:lnSpc>
          <a:spcPct val="118000"/>
        </a:lnSpc>
        <a:spcBef>
          <a:spcPts val="2363"/>
        </a:spcBef>
        <a:spcAft>
          <a:spcPts val="0"/>
        </a:spcAft>
        <a:buClrTx/>
        <a:buSzPct val="100000"/>
        <a:buFont typeface="Wingdings" pitchFamily="2" charset="2"/>
        <a:buChar char="§"/>
        <a:tabLst/>
        <a:defRPr sz="2363" b="0" i="0" u="none" strike="noStrike" cap="none" spc="0" baseline="0">
          <a:solidFill>
            <a:srgbClr val="000000"/>
          </a:solidFill>
          <a:uFillTx/>
          <a:latin typeface="Tinkoff Sans"/>
          <a:ea typeface="Tinkoff Sans"/>
          <a:cs typeface="Tinkoff Sans"/>
          <a:sym typeface="Tinkoff Sans"/>
        </a:defRPr>
      </a:lvl4pPr>
      <a:lvl5pPr marL="3560341" marR="0" indent="-589121" algn="l" defTabSz="1485609" rtl="0" latinLnBrk="0">
        <a:lnSpc>
          <a:spcPct val="118000"/>
        </a:lnSpc>
        <a:spcBef>
          <a:spcPts val="2363"/>
        </a:spcBef>
        <a:spcAft>
          <a:spcPts val="0"/>
        </a:spcAft>
        <a:buClrTx/>
        <a:buSzPct val="100000"/>
        <a:buFont typeface="Wingdings" pitchFamily="2" charset="2"/>
        <a:buChar char="§"/>
        <a:tabLst/>
        <a:defRPr sz="2363" b="0" i="0" u="none" strike="noStrike" cap="none" spc="0" baseline="0">
          <a:solidFill>
            <a:srgbClr val="000000"/>
          </a:solidFill>
          <a:uFillTx/>
          <a:latin typeface="Tinkoff Sans"/>
          <a:ea typeface="Tinkoff Sans"/>
          <a:cs typeface="Tinkoff Sans"/>
          <a:sym typeface="Tinkoff Sans"/>
        </a:defRPr>
      </a:lvl5pPr>
      <a:lvl6pPr marL="4303145" marR="0" indent="-589121" algn="l" defTabSz="1485609" rtl="0" latinLnBrk="0">
        <a:lnSpc>
          <a:spcPct val="90000"/>
        </a:lnSpc>
        <a:spcBef>
          <a:spcPts val="1574"/>
        </a:spcBef>
        <a:spcAft>
          <a:spcPts val="0"/>
        </a:spcAft>
        <a:buClrTx/>
        <a:buSzPct val="100000"/>
        <a:buFont typeface="Arial"/>
        <a:buChar char="•"/>
        <a:tabLst/>
        <a:defRPr sz="4528" b="0" i="0" u="none" strike="noStrike" cap="none" spc="0" baseline="0">
          <a:solidFill>
            <a:srgbClr val="000000"/>
          </a:solidFill>
          <a:uFillTx/>
          <a:latin typeface="Tinkoff Sans"/>
          <a:ea typeface="Tinkoff Sans"/>
          <a:cs typeface="Tinkoff Sans"/>
          <a:sym typeface="Tinkoff Sans"/>
        </a:defRPr>
      </a:lvl6pPr>
      <a:lvl7pPr marL="5045952" marR="0" indent="-589121" algn="l" defTabSz="1485609" rtl="0" latinLnBrk="0">
        <a:lnSpc>
          <a:spcPct val="90000"/>
        </a:lnSpc>
        <a:spcBef>
          <a:spcPts val="1574"/>
        </a:spcBef>
        <a:spcAft>
          <a:spcPts val="0"/>
        </a:spcAft>
        <a:buClrTx/>
        <a:buSzPct val="100000"/>
        <a:buFont typeface="Arial"/>
        <a:buChar char="•"/>
        <a:tabLst/>
        <a:defRPr sz="4528" b="0" i="0" u="none" strike="noStrike" cap="none" spc="0" baseline="0">
          <a:solidFill>
            <a:srgbClr val="000000"/>
          </a:solidFill>
          <a:uFillTx/>
          <a:latin typeface="Tinkoff Sans"/>
          <a:ea typeface="Tinkoff Sans"/>
          <a:cs typeface="Tinkoff Sans"/>
          <a:sym typeface="Tinkoff Sans"/>
        </a:defRPr>
      </a:lvl7pPr>
      <a:lvl8pPr marL="5788754" marR="0" indent="-589121" algn="l" defTabSz="1485609" rtl="0" latinLnBrk="0">
        <a:lnSpc>
          <a:spcPct val="90000"/>
        </a:lnSpc>
        <a:spcBef>
          <a:spcPts val="1574"/>
        </a:spcBef>
        <a:spcAft>
          <a:spcPts val="0"/>
        </a:spcAft>
        <a:buClrTx/>
        <a:buSzPct val="100000"/>
        <a:buFont typeface="Arial"/>
        <a:buChar char="•"/>
        <a:tabLst/>
        <a:defRPr sz="4528" b="0" i="0" u="none" strike="noStrike" cap="none" spc="0" baseline="0">
          <a:solidFill>
            <a:srgbClr val="000000"/>
          </a:solidFill>
          <a:uFillTx/>
          <a:latin typeface="Tinkoff Sans"/>
          <a:ea typeface="Tinkoff Sans"/>
          <a:cs typeface="Tinkoff Sans"/>
          <a:sym typeface="Tinkoff Sans"/>
        </a:defRPr>
      </a:lvl8pPr>
      <a:lvl9pPr marL="6531561" marR="0" indent="-589121" algn="l" defTabSz="1485609" rtl="0" latinLnBrk="0">
        <a:lnSpc>
          <a:spcPct val="90000"/>
        </a:lnSpc>
        <a:spcBef>
          <a:spcPts val="1574"/>
        </a:spcBef>
        <a:spcAft>
          <a:spcPts val="0"/>
        </a:spcAft>
        <a:buClrTx/>
        <a:buSzPct val="100000"/>
        <a:buFont typeface="Arial"/>
        <a:buChar char="•"/>
        <a:tabLst/>
        <a:defRPr sz="4528" b="0" i="0" u="none" strike="noStrike" cap="none" spc="0" baseline="0">
          <a:solidFill>
            <a:srgbClr val="000000"/>
          </a:solidFill>
          <a:uFillTx/>
          <a:latin typeface="Tinkoff Sans"/>
          <a:ea typeface="Tinkoff Sans"/>
          <a:cs typeface="Tinkoff Sans"/>
          <a:sym typeface="Tinkoff Sans"/>
        </a:defRPr>
      </a:lvl9pPr>
    </p:bodyStyle>
    <p:otherStyle>
      <a:lvl1pPr marL="0" marR="0" indent="0" algn="r" defTabSz="44993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81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inkoff Sans"/>
        </a:defRPr>
      </a:lvl1pPr>
      <a:lvl2pPr marL="0" marR="0" indent="449939" algn="r" defTabSz="44993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81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inkoff Sans"/>
        </a:defRPr>
      </a:lvl2pPr>
      <a:lvl3pPr marL="0" marR="0" indent="899880" algn="r" defTabSz="44993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81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inkoff Sans"/>
        </a:defRPr>
      </a:lvl3pPr>
      <a:lvl4pPr marL="0" marR="0" indent="1349818" algn="r" defTabSz="44993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81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inkoff Sans"/>
        </a:defRPr>
      </a:lvl4pPr>
      <a:lvl5pPr marL="0" marR="0" indent="1799759" algn="r" defTabSz="44993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81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inkoff Sans"/>
        </a:defRPr>
      </a:lvl5pPr>
      <a:lvl6pPr marL="0" marR="0" indent="2249696" algn="r" defTabSz="44993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81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inkoff Sans"/>
        </a:defRPr>
      </a:lvl6pPr>
      <a:lvl7pPr marL="0" marR="0" indent="2699635" algn="r" defTabSz="44993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81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inkoff Sans"/>
        </a:defRPr>
      </a:lvl7pPr>
      <a:lvl8pPr marL="0" marR="0" indent="3149576" algn="r" defTabSz="44993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81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inkoff Sans"/>
        </a:defRPr>
      </a:lvl8pPr>
      <a:lvl9pPr marL="0" marR="0" indent="3599515" algn="r" defTabSz="44993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81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inkoff Sans"/>
        </a:defRPr>
      </a:lvl9pPr>
    </p:otherStyle>
  </p:txStyles>
  <p:extLst>
    <p:ext uri="{27BBF7A9-308A-43DC-89C8-2F10F3537804}">
      <p15:sldGuideLst xmlns:p15="http://schemas.microsoft.com/office/powerpoint/2012/main">
        <p15:guide id="1" pos="385" userDrawn="1">
          <p15:clr>
            <a:srgbClr val="F26B43"/>
          </p15:clr>
        </p15:guide>
        <p15:guide id="2" orient="horz" pos="408" userDrawn="1">
          <p15:clr>
            <a:srgbClr val="F26B43"/>
          </p15:clr>
        </p15:guide>
        <p15:guide id="3" pos="12087" userDrawn="1">
          <p15:clr>
            <a:srgbClr val="F26B43"/>
          </p15:clr>
        </p15:guide>
        <p15:guide id="4" orient="horz" pos="6622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05.png"/><Relationship Id="rId3" Type="http://schemas.microsoft.com/office/2007/relationships/hdphoto" Target="../media/hdphoto1.wdp"/><Relationship Id="rId4" Type="http://schemas.openxmlformats.org/officeDocument/2006/relationships/image" Target="../media/image18.png"/><Relationship Id="rId5" Type="http://schemas.openxmlformats.org/officeDocument/2006/relationships/notesSlide" Target="../notesSlides/notesSlide4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8.xml"/><Relationship Id="rId2" Type="http://schemas.openxmlformats.org/officeDocument/2006/relationships/image" Target="../media/image234.png"/><Relationship Id="rId3" Type="http://schemas.openxmlformats.org/officeDocument/2006/relationships/image" Target="../media/image19.png"/><Relationship Id="rId4" Type="http://schemas.openxmlformats.org/officeDocument/2006/relationships/notesSlide" Target="../notesSlides/notesSlide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8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16.png"/><Relationship Id="rId3" Type="http://schemas.openxmlformats.org/officeDocument/2006/relationships/notesSlide" Target="../notesSlides/notesSlide10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image" Target="../media/image25.png"/><Relationship Id="rId8" Type="http://schemas.openxmlformats.org/officeDocument/2006/relationships/image" Target="../media/image26.png"/><Relationship Id="rId9" Type="http://schemas.openxmlformats.org/officeDocument/2006/relationships/notesSlide" Target="../notesSlides/notesSlide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18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49.png"/><Relationship Id="rId4" Type="http://schemas.openxmlformats.org/officeDocument/2006/relationships/image" Target="../media/image29.png"/><Relationship Id="rId5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65C2B63-F93E-66F2-5F87-51E8358248D0}"/>
              </a:ext>
            </a:extLst>
          </p:cNvPr>
          <p:cNvSpPr txBox="1"/>
          <p:nvPr/>
        </p:nvSpPr>
        <p:spPr>
          <a:xfrm>
            <a:off x="1510388" y="6686609"/>
            <a:ext cx="8081481" cy="185358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t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90000"/>
              </a:lnSpc>
              <a:defRPr sz="6600" b="1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r>
              <a:rPr lang="ru-RU" dirty="0">
                <a:latin typeface="T-Sans" pitchFamily="2" charset="0"/>
                <a:ea typeface="T-Sans" pitchFamily="2" charset="0"/>
              </a:rPr>
              <a:t>Амба — AI-гид по Приморью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BD44728-9F0E-61F8-FE54-8698AF90E8C4}"/>
              </a:ext>
            </a:extLst>
          </p:cNvPr>
          <p:cNvSpPr txBox="1"/>
          <p:nvPr/>
        </p:nvSpPr>
        <p:spPr>
          <a:xfrm>
            <a:off x="1510388" y="8815153"/>
            <a:ext cx="7391016" cy="49552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120000"/>
              </a:lnSpc>
              <a:defRPr sz="2800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r>
              <a:rPr lang="ru-RU" dirty="0">
                <a:latin typeface="T-Sans" pitchFamily="2" charset="0"/>
                <a:ea typeface="T-Sans" pitchFamily="2" charset="0"/>
              </a:rPr>
              <a:t>Агент собирает план поездки и проверяет, что он сходится с реальностью</a:t>
            </a:r>
          </a:p>
        </p:txBody>
      </p:sp>
      <p:pic>
        <p:nvPicPr>
          <p:cNvPr id="6" name="Picture 5" descr="amb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21440" y="1280160"/>
            <a:ext cx="8101210" cy="87782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9960577"/>
      </p:ext>
    </p:extLst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с двумя скругленными соседними углами 4">
            <a:extLst>
              <a:ext uri="{FF2B5EF4-FFF2-40B4-BE49-F238E27FC236}">
                <a16:creationId xmlns:a16="http://schemas.microsoft.com/office/drawing/2014/main" id="{89677204-B3C3-7E6B-03FB-B1DD72328537}"/>
              </a:ext>
            </a:extLst>
          </p:cNvPr>
          <p:cNvSpPr/>
          <p:nvPr/>
        </p:nvSpPr>
        <p:spPr>
          <a:xfrm rot="16200000">
            <a:off x="5272880" y="-4013995"/>
            <a:ext cx="9864727" cy="19188112"/>
          </a:xfrm>
          <a:prstGeom prst="round2SameRect">
            <a:avLst>
              <a:gd name="adj1" fmla="val 7004"/>
              <a:gd name="adj2" fmla="val 0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3" name="Рисунок 9">
            <a:extLst>
              <a:ext uri="{FF2B5EF4-FFF2-40B4-BE49-F238E27FC236}">
                <a16:creationId xmlns:a16="http://schemas.microsoft.com/office/drawing/2014/main" id="{1BFC20A9-4CCA-8F79-6AF5-51177E449054}"/>
              </a:ext>
            </a:extLst>
          </p:cNvPr>
          <p:cNvSpPr txBox="1">
            <a:spLocks/>
          </p:cNvSpPr>
          <p:nvPr/>
        </p:nvSpPr>
        <p:spPr>
          <a:xfrm>
            <a:off x="9567332" y="647700"/>
            <a:ext cx="10231967" cy="9864725"/>
          </a:xfrm>
          <a:custGeom>
            <a:avLst/>
            <a:gdLst>
              <a:gd name="connsiteX0" fmla="*/ 729735 w 10619440"/>
              <a:gd name="connsiteY0" fmla="*/ 0 h 9864725"/>
              <a:gd name="connsiteX1" fmla="*/ 10619440 w 10619440"/>
              <a:gd name="connsiteY1" fmla="*/ 0 h 9864725"/>
              <a:gd name="connsiteX2" fmla="*/ 10619440 w 10619440"/>
              <a:gd name="connsiteY2" fmla="*/ 9864725 h 9864725"/>
              <a:gd name="connsiteX3" fmla="*/ 729793 w 10619440"/>
              <a:gd name="connsiteY3" fmla="*/ 9864725 h 9864725"/>
              <a:gd name="connsiteX4" fmla="*/ 0 w 10619440"/>
              <a:gd name="connsiteY4" fmla="*/ 9134932 h 9864725"/>
              <a:gd name="connsiteX5" fmla="*/ 0 w 10619440"/>
              <a:gd name="connsiteY5" fmla="*/ 729790 h 9864725"/>
              <a:gd name="connsiteX6" fmla="*/ 655176 w 10619440"/>
              <a:gd name="connsiteY6" fmla="*/ 3765 h 98647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0619440" h="9864725">
                <a:moveTo>
                  <a:pt x="729735" y="0"/>
                </a:moveTo>
                <a:lnTo>
                  <a:pt x="10619440" y="0"/>
                </a:lnTo>
                <a:lnTo>
                  <a:pt x="10619440" y="9864725"/>
                </a:lnTo>
                <a:lnTo>
                  <a:pt x="729793" y="9864725"/>
                </a:lnTo>
                <a:cubicBezTo>
                  <a:pt x="326739" y="9864725"/>
                  <a:pt x="0" y="9537986"/>
                  <a:pt x="0" y="9134932"/>
                </a:cubicBezTo>
                <a:lnTo>
                  <a:pt x="0" y="729790"/>
                </a:lnTo>
                <a:cubicBezTo>
                  <a:pt x="0" y="351927"/>
                  <a:pt x="287173" y="41138"/>
                  <a:pt x="655176" y="3765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rgbClr val="FFE560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defTabSz="457200">
              <a:defRPr sz="1800"/>
            </a:lvl1pPr>
            <a:lvl2pPr marL="708566" marR="0" indent="-438064" algn="l" defTabSz="1485609" rtl="0" latinLnBrk="0">
              <a:lnSpc>
                <a:spcPct val="118000"/>
              </a:lnSpc>
              <a:spcBef>
                <a:spcPts val="2363"/>
              </a:spcBef>
              <a:spcAft>
                <a:spcPts val="0"/>
              </a:spcAft>
              <a:buClrTx/>
              <a:buSzPct val="100000"/>
              <a:buFont typeface="Wingdings" pitchFamily="2" charset="2"/>
              <a:buChar char="§"/>
              <a:tabLst/>
              <a:defRPr sz="2363" b="0" i="0" u="none" strike="noStrike" cap="none" spc="0" baseline="0">
                <a:solidFill>
                  <a:srgbClr val="000000"/>
                </a:solidFill>
                <a:uFillTx/>
                <a:latin typeface="Tinkoff Sans"/>
                <a:ea typeface="Tinkoff Sans"/>
                <a:cs typeface="Tinkoff Sans"/>
                <a:sym typeface="Tinkoff Sans"/>
              </a:defRPr>
            </a:lvl2pPr>
            <a:lvl3pPr marL="1417132" marR="0" indent="-517712" algn="l" defTabSz="1485609" rtl="0" latinLnBrk="0">
              <a:lnSpc>
                <a:spcPct val="118000"/>
              </a:lnSpc>
              <a:spcBef>
                <a:spcPts val="2363"/>
              </a:spcBef>
              <a:spcAft>
                <a:spcPts val="0"/>
              </a:spcAft>
              <a:buClrTx/>
              <a:buSzPct val="100000"/>
              <a:buFont typeface="Wingdings" pitchFamily="2" charset="2"/>
              <a:buChar char="§"/>
              <a:tabLst/>
              <a:defRPr sz="2363" b="0" i="0" u="none" strike="noStrike" cap="none" spc="0" baseline="0">
                <a:solidFill>
                  <a:srgbClr val="000000"/>
                </a:solidFill>
                <a:uFillTx/>
                <a:latin typeface="Tinkoff Sans"/>
                <a:ea typeface="Tinkoff Sans"/>
                <a:cs typeface="Tinkoff Sans"/>
                <a:sym typeface="Tinkoff Sans"/>
              </a:defRPr>
            </a:lvl3pPr>
            <a:lvl4pPr marL="2125697" marR="0" indent="-589121" algn="l" defTabSz="1485609" rtl="0" latinLnBrk="0">
              <a:lnSpc>
                <a:spcPct val="118000"/>
              </a:lnSpc>
              <a:spcBef>
                <a:spcPts val="2363"/>
              </a:spcBef>
              <a:spcAft>
                <a:spcPts val="0"/>
              </a:spcAft>
              <a:buClrTx/>
              <a:buSzPct val="100000"/>
              <a:buFont typeface="Wingdings" pitchFamily="2" charset="2"/>
              <a:buChar char="§"/>
              <a:tabLst/>
              <a:defRPr sz="2363" b="0" i="0" u="none" strike="noStrike" cap="none" spc="0" baseline="0">
                <a:solidFill>
                  <a:srgbClr val="000000"/>
                </a:solidFill>
                <a:uFillTx/>
                <a:latin typeface="Tinkoff Sans"/>
                <a:ea typeface="Tinkoff Sans"/>
                <a:cs typeface="Tinkoff Sans"/>
                <a:sym typeface="Tinkoff Sans"/>
              </a:defRPr>
            </a:lvl4pPr>
            <a:lvl5pPr marL="3560341" marR="0" indent="-589121" algn="l" defTabSz="1485609" rtl="0" latinLnBrk="0">
              <a:lnSpc>
                <a:spcPct val="118000"/>
              </a:lnSpc>
              <a:spcBef>
                <a:spcPts val="2363"/>
              </a:spcBef>
              <a:spcAft>
                <a:spcPts val="0"/>
              </a:spcAft>
              <a:buClrTx/>
              <a:buSzPct val="100000"/>
              <a:buFont typeface="Wingdings" pitchFamily="2" charset="2"/>
              <a:buChar char="§"/>
              <a:tabLst/>
              <a:defRPr sz="2363" b="0" i="0" u="none" strike="noStrike" cap="none" spc="0" baseline="0">
                <a:solidFill>
                  <a:srgbClr val="000000"/>
                </a:solidFill>
                <a:uFillTx/>
                <a:latin typeface="Tinkoff Sans"/>
                <a:ea typeface="Tinkoff Sans"/>
                <a:cs typeface="Tinkoff Sans"/>
                <a:sym typeface="Tinkoff Sans"/>
              </a:defRPr>
            </a:lvl5pPr>
            <a:lvl6pPr marL="4303145" marR="0" indent="-589121" algn="l" defTabSz="1485609" rtl="0" latinLnBrk="0">
              <a:lnSpc>
                <a:spcPct val="90000"/>
              </a:lnSpc>
              <a:spcBef>
                <a:spcPts val="1574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4528" b="0" i="0" u="none" strike="noStrike" cap="none" spc="0" baseline="0">
                <a:solidFill>
                  <a:srgbClr val="000000"/>
                </a:solidFill>
                <a:uFillTx/>
                <a:latin typeface="Tinkoff Sans"/>
                <a:ea typeface="Tinkoff Sans"/>
                <a:cs typeface="Tinkoff Sans"/>
                <a:sym typeface="Tinkoff Sans"/>
              </a:defRPr>
            </a:lvl6pPr>
            <a:lvl7pPr marL="5045952" marR="0" indent="-589121" algn="l" defTabSz="1485609" rtl="0" latinLnBrk="0">
              <a:lnSpc>
                <a:spcPct val="90000"/>
              </a:lnSpc>
              <a:spcBef>
                <a:spcPts val="1574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4528" b="0" i="0" u="none" strike="noStrike" cap="none" spc="0" baseline="0">
                <a:solidFill>
                  <a:srgbClr val="000000"/>
                </a:solidFill>
                <a:uFillTx/>
                <a:latin typeface="Tinkoff Sans"/>
                <a:ea typeface="Tinkoff Sans"/>
                <a:cs typeface="Tinkoff Sans"/>
                <a:sym typeface="Tinkoff Sans"/>
              </a:defRPr>
            </a:lvl7pPr>
            <a:lvl8pPr marL="5788754" marR="0" indent="-589121" algn="l" defTabSz="1485609" rtl="0" latinLnBrk="0">
              <a:lnSpc>
                <a:spcPct val="90000"/>
              </a:lnSpc>
              <a:spcBef>
                <a:spcPts val="1574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4528" b="0" i="0" u="none" strike="noStrike" cap="none" spc="0" baseline="0">
                <a:solidFill>
                  <a:srgbClr val="000000"/>
                </a:solidFill>
                <a:uFillTx/>
                <a:latin typeface="Tinkoff Sans"/>
                <a:ea typeface="Tinkoff Sans"/>
                <a:cs typeface="Tinkoff Sans"/>
                <a:sym typeface="Tinkoff Sans"/>
              </a:defRPr>
            </a:lvl8pPr>
            <a:lvl9pPr marL="6531561" marR="0" indent="-589121" algn="l" defTabSz="1485609" rtl="0" latinLnBrk="0">
              <a:lnSpc>
                <a:spcPct val="90000"/>
              </a:lnSpc>
              <a:spcBef>
                <a:spcPts val="1574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4528" b="0" i="0" u="none" strike="noStrike" cap="none" spc="0" baseline="0">
                <a:solidFill>
                  <a:srgbClr val="000000"/>
                </a:solidFill>
                <a:uFillTx/>
                <a:latin typeface="Tinkoff Sans"/>
                <a:ea typeface="Tinkoff Sans"/>
                <a:cs typeface="Tinkoff Sans"/>
                <a:sym typeface="Tinkoff Sans"/>
              </a:defRPr>
            </a:lvl9pPr>
          </a:lstStyle>
          <a:p>
            <a:endParaRPr lang="ru-RU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18A8D1-A6B5-7BD3-C5A0-FF79CA9DA612}"/>
              </a:ext>
            </a:extLst>
          </p:cNvPr>
          <p:cNvSpPr txBox="1"/>
          <p:nvPr/>
        </p:nvSpPr>
        <p:spPr>
          <a:xfrm>
            <a:off x="1366838" y="1259821"/>
            <a:ext cx="7232627" cy="171200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90000"/>
              </a:lnSpc>
              <a:defRPr sz="6000" b="1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r>
              <a:rPr lang="ru-RU" dirty="0">
                <a:latin typeface="T-Sans" pitchFamily="2" charset="0"/>
                <a:ea typeface="T-Sans" pitchFamily="2" charset="0"/>
              </a:rPr>
              <a:t>Какую проблему решаем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22086BE-FAC3-42D4-E2B7-1E8443B11788}"/>
              </a:ext>
            </a:extLst>
          </p:cNvPr>
          <p:cNvSpPr txBox="1"/>
          <p:nvPr/>
        </p:nvSpPr>
        <p:spPr>
          <a:xfrm>
            <a:off x="10415976" y="1259821"/>
            <a:ext cx="8016486" cy="171200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90000"/>
              </a:lnSpc>
              <a:defRPr sz="6000" b="1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r>
              <a:rPr lang="ru-RU" dirty="0">
                <a:latin typeface="T-Sans" pitchFamily="2" charset="0"/>
                <a:ea typeface="T-Sans" pitchFamily="2" charset="0"/>
              </a:rPr>
              <a:t>Для кого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57CEC06-4BF6-2B25-FF23-F6084058789F}"/>
              </a:ext>
            </a:extLst>
          </p:cNvPr>
          <p:cNvSpPr txBox="1"/>
          <p:nvPr/>
        </p:nvSpPr>
        <p:spPr>
          <a:xfrm>
            <a:off x="10426508" y="6463080"/>
            <a:ext cx="6780512" cy="308392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200"/>
              </a:lnSpc>
              <a:defRPr sz="24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pPr>
              <a:lnSpc>
                <a:spcPct val="130000"/>
              </a:lnSpc>
              <a:spcAft>
                <a:spcPts val="1800"/>
              </a:spcAft>
            </a:pPr>
            <a:r>
              <a:rPr lang="ru-RU" dirty="0">
                <a:solidFill>
                  <a:schemeClr val="bg2">
                    <a:lumMod val="75000"/>
                  </a:schemeClr>
                </a:solidFill>
                <a:latin typeface="T-Sans" pitchFamily="2" charset="0"/>
                <a:ea typeface="T-Sans" pitchFamily="2" charset="0"/>
              </a:rPr>
              <a:t>Гости края, которые впервые во Владивостоке</a:t>
            </a:r>
          </a:p>
          <a:p>
            <a:pPr>
              <a:lnSpc>
                <a:spcPct val="130000"/>
              </a:lnSpc>
              <a:spcAft>
                <a:spcPts val="1800"/>
              </a:spcAft>
            </a:pPr>
            <a:r>
              <a:rPr lang="ru-RU" dirty="0">
                <a:solidFill>
                  <a:schemeClr val="bg2">
                    <a:lumMod val="75000"/>
                  </a:schemeClr>
                </a:solidFill>
                <a:latin typeface="T-Sans" pitchFamily="2" charset="0"/>
                <a:ea typeface="T-Sans" pitchFamily="2" charset="0"/>
              </a:rPr>
              <a:t>Местные жители: «куда на выходные»</a:t>
            </a:r>
          </a:p>
          <a:p>
            <a:pPr>
              <a:lnSpc>
                <a:spcPct val="130000"/>
              </a:lnSpc>
              <a:spcAft>
                <a:spcPts val="1800"/>
              </a:spcAft>
            </a:pPr>
            <a:r>
              <a:rPr lang="ru-RU" dirty="0">
                <a:solidFill>
                  <a:schemeClr val="bg2">
                    <a:lumMod val="75000"/>
                  </a:schemeClr>
                </a:solidFill>
                <a:latin typeface="T-Sans" pitchFamily="2" charset="0"/>
                <a:ea typeface="T-Sans" pitchFamily="2" charset="0"/>
              </a:rPr>
              <a:t>Travel-сервисы банков и агрегаторы: план → бронь → оплата</a:t>
            </a:r>
          </a:p>
          <a:p>
            <a:pPr>
              <a:lnSpc>
                <a:spcPct val="130000"/>
              </a:lnSpc>
              <a:spcAft>
                <a:spcPts val="1800"/>
              </a:spcAft>
            </a:pPr>
            <a:r>
              <a:rPr lang="ru-RU" dirty="0">
                <a:solidFill>
                  <a:schemeClr val="bg2">
                    <a:lumMod val="75000"/>
                  </a:schemeClr>
                </a:solidFill>
                <a:latin typeface="T-Sans" pitchFamily="2" charset="0"/>
                <a:ea typeface="T-Sans" pitchFamily="2" charset="0"/>
              </a:rPr>
              <a:t>Туристические центры и турбазы края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48221DE-924F-376B-D93F-30192F7B8931}"/>
              </a:ext>
            </a:extLst>
          </p:cNvPr>
          <p:cNvSpPr txBox="1"/>
          <p:nvPr/>
        </p:nvSpPr>
        <p:spPr>
          <a:xfrm>
            <a:off x="10415976" y="5613928"/>
            <a:ext cx="7232627" cy="52937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t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800"/>
              </a:lnSpc>
              <a:defRPr sz="32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</a:lstStyle>
          <a:p>
            <a:pPr>
              <a:lnSpc>
                <a:spcPct val="110000"/>
              </a:lnSpc>
            </a:pPr>
            <a:r>
              <a:rPr lang="ru-RU" dirty="0">
                <a:latin typeface="T-Sans Medium" pitchFamily="2" charset="0"/>
                <a:ea typeface="T-Sans" pitchFamily="2" charset="0"/>
              </a:rPr>
              <a:t>Кому полезна Амба</a:t>
            </a:r>
          </a:p>
        </p:txBody>
      </p:sp>
      <p:sp>
        <p:nvSpPr>
          <p:cNvPr id="2" name="Номер слайда">
            <a:extLst>
              <a:ext uri="{FF2B5EF4-FFF2-40B4-BE49-F238E27FC236}">
                <a16:creationId xmlns:a16="http://schemas.microsoft.com/office/drawing/2014/main" id="{7027A8B8-587F-4B4E-D20B-74A03FAA051A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smtClean="0"/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24</a:t>
            </a:fld>
            <a:endParaRPr lang="ru-RU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358B04-F0DC-6088-99AF-6F628971E3F5}"/>
              </a:ext>
            </a:extLst>
          </p:cNvPr>
          <p:cNvSpPr txBox="1"/>
          <p:nvPr/>
        </p:nvSpPr>
        <p:spPr>
          <a:xfrm>
            <a:off x="1377370" y="6463080"/>
            <a:ext cx="6780512" cy="308392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200"/>
              </a:lnSpc>
              <a:defRPr sz="24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pPr>
              <a:lnSpc>
                <a:spcPct val="130000"/>
              </a:lnSpc>
              <a:spcAft>
                <a:spcPts val="1800"/>
              </a:spcAft>
            </a:pPr>
            <a:r>
              <a:rPr lang="ru-RU" dirty="0">
                <a:solidFill>
                  <a:schemeClr val="tx2">
                    <a:lumMod val="75000"/>
                  </a:schemeClr>
                </a:solidFill>
                <a:latin typeface="T-Sans" pitchFamily="2" charset="0"/>
                <a:ea typeface="T-Sans" pitchFamily="2" charset="0"/>
              </a:rPr>
              <a:t>Погода, расписания, режим музеев, АЗС, жильё, кафе — всё в разных местах.</a:t>
            </a:r>
          </a:p>
          <a:p>
            <a:pPr>
              <a:lnSpc>
                <a:spcPct val="130000"/>
              </a:lnSpc>
              <a:spcAft>
                <a:spcPts val="1800"/>
              </a:spcAft>
            </a:pPr>
            <a:r>
              <a:rPr lang="ru-RU" dirty="0">
                <a:solidFill>
                  <a:schemeClr val="tx2">
                    <a:lumMod val="75000"/>
                  </a:schemeClr>
                </a:solidFill>
                <a:latin typeface="T-Sans" pitchFamily="2" charset="0"/>
                <a:ea typeface="T-Sans" pitchFamily="2" charset="0"/>
              </a:rPr>
              <a:t>Чат-боты строят план, но не проверяют его: ведут в закрытый музей или на велосипед под ливень.</a:t>
            </a:r>
          </a:p>
          <a:p>
            <a:pPr>
              <a:lnSpc>
                <a:spcPct val="130000"/>
              </a:lnSpc>
              <a:spcAft>
                <a:spcPts val="1800"/>
              </a:spcAft>
            </a:pPr>
            <a:r>
              <a:rPr lang="ru-RU" dirty="0">
                <a:solidFill>
                  <a:schemeClr val="tx2">
                    <a:lumMod val="75000"/>
                  </a:schemeClr>
                </a:solidFill>
                <a:latin typeface="T-Sans" pitchFamily="2" charset="0"/>
                <a:ea typeface="T-Sans" pitchFamily="2" charset="0"/>
              </a:rPr>
              <a:t>В Приморье цена ошибки выше: сопки, грунтовки, редкие рейсы и паромы.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38D57A5-DFD5-DFAB-26FD-E1EFAD4F7227}"/>
              </a:ext>
            </a:extLst>
          </p:cNvPr>
          <p:cNvSpPr txBox="1"/>
          <p:nvPr/>
        </p:nvSpPr>
        <p:spPr>
          <a:xfrm>
            <a:off x="1366838" y="5613928"/>
            <a:ext cx="7232627" cy="52937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t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800"/>
              </a:lnSpc>
              <a:defRPr sz="32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</a:lstStyle>
          <a:p>
            <a:pPr>
              <a:lnSpc>
                <a:spcPct val="110000"/>
              </a:lnSpc>
            </a:pPr>
            <a:r>
              <a:rPr lang="ru-RU" dirty="0">
                <a:latin typeface="T-Sans Medium" pitchFamily="2" charset="0"/>
                <a:ea typeface="T-Sans" pitchFamily="2" charset="0"/>
              </a:rPr>
              <a:t>Данные разбросаны</a:t>
            </a:r>
          </a:p>
        </p:txBody>
      </p:sp>
    </p:spTree>
    <p:extLst>
      <p:ext uri="{BB962C8B-B14F-4D97-AF65-F5344CB8AC3E}">
        <p14:creationId xmlns:p14="http://schemas.microsoft.com/office/powerpoint/2010/main" val="3847720996"/>
      </p:ext>
    </p:extLst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37FE55B-D590-BF2B-C271-87103BACAF32}"/>
              </a:ext>
            </a:extLst>
          </p:cNvPr>
          <p:cNvSpPr txBox="1"/>
          <p:nvPr/>
        </p:nvSpPr>
        <p:spPr>
          <a:xfrm>
            <a:off x="611187" y="553052"/>
            <a:ext cx="18576925" cy="86562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90000"/>
              </a:lnSpc>
              <a:defRPr sz="6000" b="1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r>
              <a:rPr lang="ru-RU" dirty="0">
                <a:latin typeface="T-Sans" pitchFamily="2" charset="0"/>
                <a:ea typeface="T-Sans" pitchFamily="2" charset="0"/>
              </a:rPr>
              <a:t>Чем Амба отличается от аналогов</a:t>
            </a:r>
          </a:p>
        </p:txBody>
      </p:sp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58303A42-EEC2-AA0B-0586-D6EEB43A0AB8}"/>
              </a:ext>
            </a:extLst>
          </p:cNvPr>
          <p:cNvSpPr/>
          <p:nvPr/>
        </p:nvSpPr>
        <p:spPr>
          <a:xfrm>
            <a:off x="624205" y="2051050"/>
            <a:ext cx="18563908" cy="8461375"/>
          </a:xfrm>
          <a:prstGeom prst="roundRect">
            <a:avLst>
              <a:gd name="adj" fmla="val 4802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E23D6611-DB9B-8217-758F-4D04E2C2750D}"/>
              </a:ext>
            </a:extLst>
          </p:cNvPr>
          <p:cNvSpPr/>
          <p:nvPr/>
        </p:nvSpPr>
        <p:spPr>
          <a:xfrm>
            <a:off x="16952976" y="2427015"/>
            <a:ext cx="1854977" cy="7709443"/>
          </a:xfrm>
          <a:prstGeom prst="roundRect">
            <a:avLst/>
          </a:prstGeom>
          <a:solidFill>
            <a:schemeClr val="accent5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dirty="0">
              <a:latin typeface="T-Sans" pitchFamily="2" charset="0"/>
              <a:ea typeface="T-Sans" pitchFamily="2" charset="0"/>
            </a:endParaRPr>
          </a:p>
        </p:txBody>
      </p:sp>
      <p:graphicFrame>
        <p:nvGraphicFramePr>
          <p:cNvPr id="5" name="Таблица 4">
            <a:extLst>
              <a:ext uri="{FF2B5EF4-FFF2-40B4-BE49-F238E27FC236}">
                <a16:creationId xmlns:a16="http://schemas.microsoft.com/office/drawing/2014/main" id="{CC075618-9A3D-A844-8658-A16A74A1EC2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85829434"/>
              </p:ext>
            </p:extLst>
          </p:nvPr>
        </p:nvGraphicFramePr>
        <p:xfrm>
          <a:off x="1181322" y="2537737"/>
          <a:ext cx="17449674" cy="7223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456379">
                  <a:extLst>
                    <a:ext uri="{9D8B030D-6E8A-4147-A177-3AD203B41FA5}">
                      <a16:colId xmlns:a16="http://schemas.microsoft.com/office/drawing/2014/main" val="2405586035"/>
                    </a:ext>
                  </a:extLst>
                </a:gridCol>
                <a:gridCol w="2268457">
                  <a:extLst>
                    <a:ext uri="{9D8B030D-6E8A-4147-A177-3AD203B41FA5}">
                      <a16:colId xmlns:a16="http://schemas.microsoft.com/office/drawing/2014/main" val="3058001590"/>
                    </a:ext>
                  </a:extLst>
                </a:gridCol>
                <a:gridCol w="2791947">
                  <a:extLst>
                    <a:ext uri="{9D8B030D-6E8A-4147-A177-3AD203B41FA5}">
                      <a16:colId xmlns:a16="http://schemas.microsoft.com/office/drawing/2014/main" val="3959983633"/>
                    </a:ext>
                  </a:extLst>
                </a:gridCol>
                <a:gridCol w="3315438">
                  <a:extLst>
                    <a:ext uri="{9D8B030D-6E8A-4147-A177-3AD203B41FA5}">
                      <a16:colId xmlns:a16="http://schemas.microsoft.com/office/drawing/2014/main" val="1726706633"/>
                    </a:ext>
                  </a:extLst>
                </a:gridCol>
                <a:gridCol w="2617451">
                  <a:extLst>
                    <a:ext uri="{9D8B030D-6E8A-4147-A177-3AD203B41FA5}">
                      <a16:colId xmlns:a16="http://schemas.microsoft.com/office/drawing/2014/main" val="2765720320"/>
                    </a:ext>
                  </a:extLst>
                </a:gridCol>
              </a:tblGrid>
              <a:tr h="1203960">
                <a:tc>
                  <a:txBody>
                    <a:bodyPr/>
                    <a:lstStyle/>
                    <a:p>
                      <a:pPr algn="l"/>
                      <a:r>
                        <a:rPr lang="ru-RU" sz="3000" b="1" i="0" dirty="0">
                          <a:solidFill>
                            <a:srgbClr val="333333"/>
                          </a:solidFill>
                          <a:latin typeface="T-Sans Medium" pitchFamily="2" charset="0"/>
                          <a:ea typeface="T-Sans Medium" pitchFamily="2" charset="0"/>
                        </a:rPr>
                        <a:t/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3000" b="1" i="0" dirty="0">
                          <a:solidFill>
                            <a:srgbClr val="333333"/>
                          </a:solidFill>
                          <a:latin typeface="T-Sans Medium" pitchFamily="2" charset="0"/>
                          <a:ea typeface="T-Sans Medium" pitchFamily="2" charset="0"/>
                        </a:rPr>
                        <a:t>Чат-боты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3000" b="1" i="0" dirty="0">
                          <a:solidFill>
                            <a:srgbClr val="333333"/>
                          </a:solidFill>
                          <a:latin typeface="T-Sans Medium" pitchFamily="2" charset="0"/>
                          <a:ea typeface="T-Sans Medium" pitchFamily="2" charset="0"/>
                        </a:rPr>
                        <a:t>Агрегаторы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3000" b="1" i="0" dirty="0">
                          <a:solidFill>
                            <a:srgbClr val="333333"/>
                          </a:solidFill>
                          <a:latin typeface="T-Sans Medium" pitchFamily="2" charset="0"/>
                          <a:ea typeface="T-Sans Medium" pitchFamily="2" charset="0"/>
                        </a:rPr>
                        <a:t>Путеводители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3000" b="1" i="0" dirty="0">
                          <a:solidFill>
                            <a:srgbClr val="333333"/>
                          </a:solidFill>
                          <a:latin typeface="T-Sans Medium" pitchFamily="2" charset="0"/>
                          <a:ea typeface="T-Sans Medium" pitchFamily="2" charset="0"/>
                        </a:rPr>
                        <a:t>Амба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D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0743558"/>
                  </a:ext>
                </a:extLst>
              </a:tr>
              <a:tr h="1203960">
                <a:tc>
                  <a:txBody>
                    <a:bodyPr/>
                    <a:lstStyle/>
                    <a:p>
                      <a:pPr algn="l"/>
                      <a:r>
                        <a:rPr lang="ru-RU" sz="2400" b="0" i="0" dirty="0">
                          <a:solidFill>
                            <a:srgbClr val="333333"/>
                          </a:solidFill>
                          <a:latin typeface="T-Sans Medium" pitchFamily="2" charset="0"/>
                          <a:ea typeface="T-Sans Medium" pitchFamily="2" charset="0"/>
                        </a:rPr>
                        <a:t>Запрос свободным текстом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400" b="0" i="0" dirty="0">
                          <a:solidFill>
                            <a:srgbClr val="333333"/>
                          </a:solidFill>
                          <a:latin typeface="T-Sans" pitchFamily="2" charset="0"/>
                          <a:ea typeface="T-Sans" pitchFamily="2" charset="0"/>
                        </a:rPr>
                        <a:t>да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AEC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400" b="0" i="0" dirty="0">
                          <a:solidFill>
                            <a:srgbClr val="333333"/>
                          </a:solidFill>
                          <a:latin typeface="T-Sans" pitchFamily="2" charset="0"/>
                          <a:ea typeface="T-Sans" pitchFamily="2" charset="0"/>
                        </a:rPr>
                        <a:t>нет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1D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400" b="0" i="0" dirty="0">
                          <a:solidFill>
                            <a:srgbClr val="333333"/>
                          </a:solidFill>
                          <a:latin typeface="T-Sans" pitchFamily="2" charset="0"/>
                          <a:ea typeface="T-Sans" pitchFamily="2" charset="0"/>
                        </a:rPr>
                        <a:t>нет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1D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400" b="1" i="0" dirty="0">
                          <a:solidFill>
                            <a:srgbClr val="333333"/>
                          </a:solidFill>
                          <a:latin typeface="T-Sans" pitchFamily="2" charset="0"/>
                          <a:ea typeface="T-Sans" pitchFamily="2" charset="0"/>
                        </a:rPr>
                        <a:t>да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AECB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7896507"/>
                  </a:ext>
                </a:extLst>
              </a:tr>
              <a:tr h="1203960">
                <a:tc>
                  <a:txBody>
                    <a:bodyPr/>
                    <a:lstStyle/>
                    <a:p>
                      <a:pPr marL="0" marR="0" lvl="0" indent="0" algn="l" defTabSz="44993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2400" b="0" i="0" dirty="0">
                          <a:solidFill>
                            <a:srgbClr val="333333"/>
                          </a:solidFill>
                          <a:latin typeface="T-Sans Medium" pitchFamily="2" charset="0"/>
                          <a:ea typeface="T-Sans Medium" pitchFamily="2" charset="0"/>
                        </a:rPr>
                        <a:t>План целиком: места, путь, ночлег, еда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4993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24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333333"/>
                          </a:solidFill>
                          <a:effectLst/>
                          <a:uLnTx/>
                          <a:uFillTx/>
                          <a:latin typeface="T-Sans" pitchFamily="2" charset="0"/>
                          <a:ea typeface="T-Sans" pitchFamily="2" charset="0"/>
                          <a:cs typeface="+mn-cs"/>
                          <a:sym typeface="Tinkoff Sans"/>
                        </a:rPr>
                        <a:t>да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AEC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400" b="0" i="0" dirty="0">
                          <a:solidFill>
                            <a:srgbClr val="333333"/>
                          </a:solidFill>
                          <a:latin typeface="T-Sans" pitchFamily="2" charset="0"/>
                          <a:ea typeface="T-Sans" pitchFamily="2" charset="0"/>
                        </a:rPr>
                        <a:t>частично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E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400" b="0" i="0" dirty="0">
                          <a:solidFill>
                            <a:srgbClr val="333333"/>
                          </a:solidFill>
                          <a:latin typeface="T-Sans" pitchFamily="2" charset="0"/>
                          <a:ea typeface="T-Sans" pitchFamily="2" charset="0"/>
                        </a:rPr>
                        <a:t>частично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E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400" b="1" i="0" dirty="0">
                          <a:solidFill>
                            <a:srgbClr val="333333"/>
                          </a:solidFill>
                          <a:latin typeface="T-Sans" pitchFamily="2" charset="0"/>
                          <a:ea typeface="T-Sans" pitchFamily="2" charset="0"/>
                        </a:rPr>
                        <a:t>да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AECB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01635389"/>
                  </a:ext>
                </a:extLst>
              </a:tr>
              <a:tr h="1203960">
                <a:tc>
                  <a:txBody>
                    <a:bodyPr/>
                    <a:lstStyle/>
                    <a:p>
                      <a:pPr marL="0" marR="0" lvl="0" indent="0" algn="l" defTabSz="44993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24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333333"/>
                          </a:solidFill>
                          <a:effectLst/>
                          <a:uLnTx/>
                          <a:uFillTx/>
                          <a:latin typeface="T-Sans Medium" pitchFamily="2" charset="0"/>
                          <a:ea typeface="T-Sans Medium" pitchFamily="2" charset="0"/>
                          <a:cs typeface="+mn-cs"/>
                          <a:sym typeface="Tinkoff Sans"/>
                        </a:rPr>
                        <a:t>Проверка погоды и режима работы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4993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24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333333"/>
                          </a:solidFill>
                          <a:effectLst/>
                          <a:uLnTx/>
                          <a:uFillTx/>
                          <a:latin typeface="T-Sans" pitchFamily="2" charset="0"/>
                          <a:ea typeface="T-Sans" pitchFamily="2" charset="0"/>
                          <a:cs typeface="+mn-cs"/>
                          <a:sym typeface="Tinkoff Sans"/>
                        </a:rPr>
                        <a:t>нет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1D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400" b="0" i="0" dirty="0">
                          <a:solidFill>
                            <a:srgbClr val="333333"/>
                          </a:solidFill>
                          <a:latin typeface="T-Sans" pitchFamily="2" charset="0"/>
                          <a:ea typeface="T-Sans" pitchFamily="2" charset="0"/>
                        </a:rPr>
                        <a:t>нет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1D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400" b="0" i="0" dirty="0">
                          <a:solidFill>
                            <a:srgbClr val="333333"/>
                          </a:solidFill>
                          <a:latin typeface="T-Sans" pitchFamily="2" charset="0"/>
                          <a:ea typeface="T-Sans" pitchFamily="2" charset="0"/>
                        </a:rPr>
                        <a:t>частично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E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400" b="1" i="0" dirty="0">
                          <a:solidFill>
                            <a:srgbClr val="333333"/>
                          </a:solidFill>
                          <a:latin typeface="T-Sans" pitchFamily="2" charset="0"/>
                          <a:ea typeface="T-Sans" pitchFamily="2" charset="0"/>
                        </a:rPr>
                        <a:t>да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AECB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18172590"/>
                  </a:ext>
                </a:extLst>
              </a:tr>
              <a:tr h="1203960">
                <a:tc>
                  <a:txBody>
                    <a:bodyPr/>
                    <a:lstStyle/>
                    <a:p>
                      <a:pPr marL="0" marR="0" lvl="0" indent="0" algn="l" defTabSz="44993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24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333333"/>
                          </a:solidFill>
                          <a:effectLst/>
                          <a:uLnTx/>
                          <a:uFillTx/>
                          <a:latin typeface="T-Sans Medium" pitchFamily="2" charset="0"/>
                          <a:ea typeface="T-Sans Medium" pitchFamily="2" charset="0"/>
                          <a:cs typeface="+mn-cs"/>
                          <a:sym typeface="Tinkoff Sans"/>
                        </a:rPr>
                        <a:t>Ограничения транспорта: АЗС, рейсы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4993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24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333333"/>
                          </a:solidFill>
                          <a:effectLst/>
                          <a:uLnTx/>
                          <a:uFillTx/>
                          <a:latin typeface="T-Sans" pitchFamily="2" charset="0"/>
                          <a:ea typeface="T-Sans" pitchFamily="2" charset="0"/>
                          <a:cs typeface="+mn-cs"/>
                          <a:sym typeface="Tinkoff Sans"/>
                        </a:rPr>
                        <a:t>нет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1D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400" b="0" i="0" dirty="0">
                          <a:solidFill>
                            <a:srgbClr val="333333"/>
                          </a:solidFill>
                          <a:latin typeface="T-Sans" pitchFamily="2" charset="0"/>
                          <a:ea typeface="T-Sans" pitchFamily="2" charset="0"/>
                        </a:rPr>
                        <a:t>частично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E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400" b="0" i="0" dirty="0">
                          <a:solidFill>
                            <a:srgbClr val="333333"/>
                          </a:solidFill>
                          <a:latin typeface="T-Sans" pitchFamily="2" charset="0"/>
                          <a:ea typeface="T-Sans" pitchFamily="2" charset="0"/>
                        </a:rPr>
                        <a:t>нет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1D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400" b="1" i="0" dirty="0">
                          <a:solidFill>
                            <a:srgbClr val="333333"/>
                          </a:solidFill>
                          <a:latin typeface="T-Sans" pitchFamily="2" charset="0"/>
                          <a:ea typeface="T-Sans" pitchFamily="2" charset="0"/>
                        </a:rPr>
                        <a:t>да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AECB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8947003"/>
                  </a:ext>
                </a:extLst>
              </a:tr>
              <a:tr h="1203960">
                <a:tc>
                  <a:txBody>
                    <a:bodyPr/>
                    <a:lstStyle/>
                    <a:p>
                      <a:pPr marL="0" marR="0" lvl="0" indent="0" algn="l" defTabSz="44993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24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333333"/>
                          </a:solidFill>
                          <a:effectLst/>
                          <a:uLnTx/>
                          <a:uFillTx/>
                          <a:latin typeface="T-Sans Medium" pitchFamily="2" charset="0"/>
                          <a:ea typeface="T-Sans Medium" pitchFamily="2" charset="0"/>
                          <a:cs typeface="+mn-cs"/>
                          <a:sym typeface="Tinkoff Sans"/>
                        </a:rPr>
                        <a:t>Ссылки, чтобы сразу всё оформить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4993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24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333333"/>
                          </a:solidFill>
                          <a:effectLst/>
                          <a:uLnTx/>
                          <a:uFillTx/>
                          <a:latin typeface="T-Sans" pitchFamily="2" charset="0"/>
                          <a:ea typeface="T-Sans" pitchFamily="2" charset="0"/>
                          <a:cs typeface="+mn-cs"/>
                          <a:sym typeface="Tinkoff Sans"/>
                        </a:rPr>
                        <a:t>нет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1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44993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2400" b="0" i="0" dirty="0">
                          <a:solidFill>
                            <a:srgbClr val="333333"/>
                          </a:solidFill>
                          <a:latin typeface="T-Sans" pitchFamily="2" charset="0"/>
                          <a:ea typeface="T-Sans" pitchFamily="2" charset="0"/>
                        </a:rPr>
                        <a:t>да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AEC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400" b="0" i="0" dirty="0">
                          <a:solidFill>
                            <a:srgbClr val="333333"/>
                          </a:solidFill>
                          <a:latin typeface="T-Sans" pitchFamily="2" charset="0"/>
                          <a:ea typeface="T-Sans" pitchFamily="2" charset="0"/>
                        </a:rPr>
                        <a:t>частично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E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400" b="1" i="0" dirty="0">
                          <a:solidFill>
                            <a:srgbClr val="333333"/>
                          </a:solidFill>
                          <a:latin typeface="T-Sans" pitchFamily="2" charset="0"/>
                          <a:ea typeface="T-Sans" pitchFamily="2" charset="0"/>
                        </a:rPr>
                        <a:t>да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AECB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82748873"/>
                  </a:ext>
                </a:extLst>
              </a:tr>
            </a:tbl>
          </a:graphicData>
        </a:graphic>
      </p:graphicFrame>
      <p:sp>
        <p:nvSpPr>
          <p:cNvPr id="6" name="Номер слайда">
            <a:extLst>
              <a:ext uri="{FF2B5EF4-FFF2-40B4-BE49-F238E27FC236}">
                <a16:creationId xmlns:a16="http://schemas.microsoft.com/office/drawing/2014/main" id="{57040E3C-68E5-D0D7-1E2E-E8B9763B0C1E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smtClean="0"/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64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19044318"/>
      </p:ext>
    </p:extLst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E172203-6727-11D9-129E-9DB54B53E619}"/>
              </a:ext>
            </a:extLst>
          </p:cNvPr>
          <p:cNvSpPr txBox="1"/>
          <p:nvPr/>
        </p:nvSpPr>
        <p:spPr>
          <a:xfrm>
            <a:off x="611188" y="485897"/>
            <a:ext cx="3886853" cy="47320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800"/>
              </a:lnSpc>
              <a:defRPr sz="2800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r>
              <a:rPr lang="ru-RU" sz="2400" dirty="0">
                <a:latin typeface="T-Sans" pitchFamily="2" charset="0"/>
                <a:ea typeface="T-Sans" pitchFamily="2" charset="0"/>
              </a:rPr>
              <a:t>Приложение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D8549C0-68A8-F77C-4806-B56A70B21CE9}"/>
              </a:ext>
            </a:extLst>
          </p:cNvPr>
          <p:cNvSpPr txBox="1"/>
          <p:nvPr/>
        </p:nvSpPr>
        <p:spPr>
          <a:xfrm>
            <a:off x="1484382" y="5825492"/>
            <a:ext cx="4521708" cy="79560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120000"/>
              </a:lnSpc>
              <a:defRPr sz="2200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r>
              <a:rPr lang="ru-RU" dirty="0">
                <a:latin typeface="T-Sans" pitchFamily="2" charset="0"/>
                <a:ea typeface="T-Sans" pitchFamily="2" charset="0"/>
              </a:rPr>
              <a:t>Реальные кафе, ссылки и маршрут по улицам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084285F-AB4F-0724-373B-5750AF160F80}"/>
              </a:ext>
            </a:extLst>
          </p:cNvPr>
          <p:cNvSpPr txBox="1"/>
          <p:nvPr/>
        </p:nvSpPr>
        <p:spPr>
          <a:xfrm>
            <a:off x="1484382" y="4545332"/>
            <a:ext cx="4521708" cy="79560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120000"/>
              </a:lnSpc>
              <a:defRPr sz="2200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r>
              <a:rPr lang="ru-RU" dirty="0">
                <a:latin typeface="T-Sans" pitchFamily="2" charset="0"/>
                <a:ea typeface="T-Sans" pitchFamily="2" charset="0"/>
              </a:rPr>
              <a:t>Сначала коротко уточнит: кухня, бюджет, темп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1717F6D-0626-50A9-12C2-6BD3054382ED}"/>
              </a:ext>
            </a:extLst>
          </p:cNvPr>
          <p:cNvSpPr txBox="1"/>
          <p:nvPr/>
        </p:nvSpPr>
        <p:spPr>
          <a:xfrm>
            <a:off x="1484382" y="7105652"/>
            <a:ext cx="4521708" cy="79560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120000"/>
              </a:lnSpc>
              <a:defRPr sz="2200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r>
              <a:rPr lang="ru-RU" dirty="0">
                <a:latin typeface="T-Sans" pitchFamily="2" charset="0"/>
                <a:ea typeface="T-Sans" pitchFamily="2" charset="0"/>
              </a:rPr>
              <a:t>План дорабатывается в чате: «подешевле», «убери музей»</a:t>
            </a: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9B8A18F2-BC2C-669C-EAA3-8E10421BA08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11188" y="4545332"/>
            <a:ext cx="612000" cy="612000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014F5B0B-43E7-2F2E-5A02-A31E574B3D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11188" y="5825492"/>
            <a:ext cx="612000" cy="612000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FA1E55C8-12E9-B9C4-62F5-F56F0E741D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11188" y="7105652"/>
            <a:ext cx="612000" cy="612000"/>
          </a:xfrm>
          <a:prstGeom prst="rect">
            <a:avLst/>
          </a:prstGeom>
        </p:spPr>
      </p:pic>
      <p:sp>
        <p:nvSpPr>
          <p:cNvPr id="9" name="Номер слайда">
            <a:extLst>
              <a:ext uri="{FF2B5EF4-FFF2-40B4-BE49-F238E27FC236}">
                <a16:creationId xmlns:a16="http://schemas.microsoft.com/office/drawing/2014/main" id="{D80F3AA8-590A-F4FD-93A4-8847CAF79ED6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smtClean="0"/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53</a:t>
            </a:fld>
            <a:endParaRPr lang="ru-RU" dirty="0"/>
          </a:p>
        </p:txBody>
      </p:sp>
      <p:pic>
        <p:nvPicPr>
          <p:cNvPr id="13" name="Рисунок 12" descr="plan.png"/>
          <p:cNvPicPr>
            <a:picLocks noGrp="1" noChangeAspect="1"/>
          </p:cNvPicPr>
          <p:nvPr>
            <p:ph type="pic" sz="quarter" idx="10"/>
          </p:nvPr>
        </p:nvPicPr>
        <p:blipFill>
          <a:blip r:embed="rId3"/>
          <a:srcRect l="4135" r="4135"/>
          <a:stretch>
            <a:fillRect/>
          </a:stretch>
        </p:blipFill>
        <p:spPr/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B2B6A30-D262-3493-ACFB-C568E10FCB79}"/>
              </a:ext>
            </a:extLst>
          </p:cNvPr>
          <p:cNvSpPr txBox="1"/>
          <p:nvPr/>
        </p:nvSpPr>
        <p:spPr>
          <a:xfrm>
            <a:off x="611188" y="1321118"/>
            <a:ext cx="5650934" cy="255839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90000"/>
              </a:lnSpc>
              <a:defRPr sz="6000" b="1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r>
              <a:rPr lang="ru-RU" dirty="0">
                <a:latin typeface="T-Sans" pitchFamily="2" charset="0"/>
                <a:ea typeface="T-Sans" pitchFamily="2" charset="0"/>
              </a:rPr>
              <a:t>Как это выглядит</a:t>
            </a:r>
          </a:p>
        </p:txBody>
      </p:sp>
    </p:spTree>
    <p:extLst>
      <p:ext uri="{BB962C8B-B14F-4D97-AF65-F5344CB8AC3E}">
        <p14:creationId xmlns:p14="http://schemas.microsoft.com/office/powerpoint/2010/main" val="2262624275"/>
      </p:ext>
    </p:extLst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617E619-E9AB-8FEA-39D5-D0386A956292}"/>
              </a:ext>
            </a:extLst>
          </p:cNvPr>
          <p:cNvSpPr txBox="1"/>
          <p:nvPr/>
        </p:nvSpPr>
        <p:spPr>
          <a:xfrm>
            <a:off x="611188" y="556966"/>
            <a:ext cx="18576925" cy="86562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90000"/>
              </a:lnSpc>
              <a:defRPr sz="6000" b="1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r>
              <a:rPr lang="ru-RU" dirty="0">
                <a:latin typeface="T-Sans" pitchFamily="2" charset="0"/>
                <a:ea typeface="T-Sans" pitchFamily="2" charset="0"/>
              </a:rPr>
              <a:t>Агентный цикл, а не один промпт</a:t>
            </a:r>
          </a:p>
        </p:txBody>
      </p:sp>
      <p:sp>
        <p:nvSpPr>
          <p:cNvPr id="6" name="Овал 5">
            <a:extLst>
              <a:ext uri="{FF2B5EF4-FFF2-40B4-BE49-F238E27FC236}">
                <a16:creationId xmlns:a16="http://schemas.microsoft.com/office/drawing/2014/main" id="{119CAE66-3643-CACC-10C9-CD4BEE6719FE}"/>
              </a:ext>
            </a:extLst>
          </p:cNvPr>
          <p:cNvSpPr/>
          <p:nvPr/>
        </p:nvSpPr>
        <p:spPr>
          <a:xfrm>
            <a:off x="5588276" y="5266014"/>
            <a:ext cx="1034774" cy="1034774"/>
          </a:xfrm>
          <a:prstGeom prst="ellipse">
            <a:avLst/>
          </a:prstGeom>
          <a:gradFill>
            <a:gsLst>
              <a:gs pos="0">
                <a:schemeClr val="accent1"/>
              </a:gs>
              <a:gs pos="100000">
                <a:srgbClr val="FFE560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algn="ctr" defTabSz="457200"/>
            <a:r>
              <a:rPr lang="ru-RU" sz="3200" b="1" dirty="0">
                <a:solidFill>
                  <a:schemeClr val="bg2">
                    <a:lumMod val="50000"/>
                  </a:schemeClr>
                </a:solidFill>
                <a:latin typeface="T-Sans" pitchFamily="2" charset="0"/>
                <a:ea typeface="T-Sans" pitchFamily="2" charset="0"/>
              </a:rPr>
              <a:t>01</a:t>
            </a:r>
          </a:p>
        </p:txBody>
      </p:sp>
      <p:sp>
        <p:nvSpPr>
          <p:cNvPr id="7" name="Овал 6">
            <a:extLst>
              <a:ext uri="{FF2B5EF4-FFF2-40B4-BE49-F238E27FC236}">
                <a16:creationId xmlns:a16="http://schemas.microsoft.com/office/drawing/2014/main" id="{2D5295F7-6478-92E4-8ECA-DEAA20F4C522}"/>
              </a:ext>
            </a:extLst>
          </p:cNvPr>
          <p:cNvSpPr/>
          <p:nvPr/>
        </p:nvSpPr>
        <p:spPr>
          <a:xfrm>
            <a:off x="11880446" y="5266014"/>
            <a:ext cx="1034774" cy="1034774"/>
          </a:xfrm>
          <a:prstGeom prst="ellipse">
            <a:avLst/>
          </a:prstGeom>
          <a:gradFill>
            <a:gsLst>
              <a:gs pos="0">
                <a:schemeClr val="accent1"/>
              </a:gs>
              <a:gs pos="100000">
                <a:srgbClr val="FFE560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algn="ctr" defTabSz="457200"/>
            <a:r>
              <a:rPr lang="ru-RU" sz="3200" b="1" dirty="0">
                <a:solidFill>
                  <a:schemeClr val="bg2">
                    <a:lumMod val="50000"/>
                  </a:schemeClr>
                </a:solidFill>
                <a:latin typeface="T-Sans" pitchFamily="2" charset="0"/>
                <a:ea typeface="T-Sans" pitchFamily="2" charset="0"/>
              </a:rPr>
              <a:t>02</a:t>
            </a:r>
          </a:p>
        </p:txBody>
      </p:sp>
      <p:sp>
        <p:nvSpPr>
          <p:cNvPr id="8" name="Овал 7">
            <a:extLst>
              <a:ext uri="{FF2B5EF4-FFF2-40B4-BE49-F238E27FC236}">
                <a16:creationId xmlns:a16="http://schemas.microsoft.com/office/drawing/2014/main" id="{EA1F656F-7CFA-E730-B662-8FB53DA894A3}"/>
              </a:ext>
            </a:extLst>
          </p:cNvPr>
          <p:cNvSpPr/>
          <p:nvPr/>
        </p:nvSpPr>
        <p:spPr>
          <a:xfrm>
            <a:off x="18172616" y="5266014"/>
            <a:ext cx="1034774" cy="1034774"/>
          </a:xfrm>
          <a:prstGeom prst="ellipse">
            <a:avLst/>
          </a:prstGeom>
          <a:gradFill>
            <a:gsLst>
              <a:gs pos="0">
                <a:schemeClr val="accent1"/>
              </a:gs>
              <a:gs pos="100000">
                <a:srgbClr val="FFE560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algn="ctr" defTabSz="457200"/>
            <a:r>
              <a:rPr lang="ru-RU" sz="3200" b="1" dirty="0">
                <a:solidFill>
                  <a:schemeClr val="bg2">
                    <a:lumMod val="50000"/>
                  </a:schemeClr>
                </a:solidFill>
                <a:latin typeface="T-Sans" pitchFamily="2" charset="0"/>
                <a:ea typeface="T-Sans" pitchFamily="2" charset="0"/>
              </a:rPr>
              <a:t>03</a:t>
            </a:r>
          </a:p>
        </p:txBody>
      </p:sp>
      <p:sp>
        <p:nvSpPr>
          <p:cNvPr id="9" name="Овал 8">
            <a:extLst>
              <a:ext uri="{FF2B5EF4-FFF2-40B4-BE49-F238E27FC236}">
                <a16:creationId xmlns:a16="http://schemas.microsoft.com/office/drawing/2014/main" id="{7D708E02-70D4-2438-26F5-23756AC391A8}"/>
              </a:ext>
            </a:extLst>
          </p:cNvPr>
          <p:cNvSpPr/>
          <p:nvPr/>
        </p:nvSpPr>
        <p:spPr>
          <a:xfrm>
            <a:off x="5588276" y="9478785"/>
            <a:ext cx="1034774" cy="1034774"/>
          </a:xfrm>
          <a:prstGeom prst="ellipse">
            <a:avLst/>
          </a:prstGeom>
          <a:gradFill>
            <a:gsLst>
              <a:gs pos="0">
                <a:schemeClr val="accent1"/>
              </a:gs>
              <a:gs pos="100000">
                <a:srgbClr val="FFE560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algn="ctr" defTabSz="457200"/>
            <a:r>
              <a:rPr lang="ru-RU" sz="3200" b="1" dirty="0">
                <a:solidFill>
                  <a:schemeClr val="bg2">
                    <a:lumMod val="50000"/>
                  </a:schemeClr>
                </a:solidFill>
                <a:latin typeface="T-Sans" pitchFamily="2" charset="0"/>
                <a:ea typeface="T-Sans" pitchFamily="2" charset="0"/>
              </a:rPr>
              <a:t>04</a:t>
            </a:r>
          </a:p>
        </p:txBody>
      </p:sp>
      <p:sp>
        <p:nvSpPr>
          <p:cNvPr id="10" name="Овал 9">
            <a:extLst>
              <a:ext uri="{FF2B5EF4-FFF2-40B4-BE49-F238E27FC236}">
                <a16:creationId xmlns:a16="http://schemas.microsoft.com/office/drawing/2014/main" id="{94F7D378-01BB-A424-F6DF-B8D7F61B615A}"/>
              </a:ext>
            </a:extLst>
          </p:cNvPr>
          <p:cNvSpPr/>
          <p:nvPr/>
        </p:nvSpPr>
        <p:spPr>
          <a:xfrm>
            <a:off x="11880446" y="9478785"/>
            <a:ext cx="1034774" cy="1034774"/>
          </a:xfrm>
          <a:prstGeom prst="ellipse">
            <a:avLst/>
          </a:prstGeom>
          <a:gradFill>
            <a:gsLst>
              <a:gs pos="0">
                <a:schemeClr val="accent1"/>
              </a:gs>
              <a:gs pos="100000">
                <a:srgbClr val="FFE560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algn="ctr" defTabSz="457200"/>
            <a:r>
              <a:rPr lang="ru-RU" sz="3200" b="1" dirty="0">
                <a:solidFill>
                  <a:schemeClr val="bg2">
                    <a:lumMod val="50000"/>
                  </a:schemeClr>
                </a:solidFill>
                <a:latin typeface="T-Sans" pitchFamily="2" charset="0"/>
                <a:ea typeface="T-Sans" pitchFamily="2" charset="0"/>
              </a:rPr>
              <a:t>05</a:t>
            </a:r>
          </a:p>
        </p:txBody>
      </p:sp>
      <p:sp>
        <p:nvSpPr>
          <p:cNvPr id="11" name="Овал 10">
            <a:extLst>
              <a:ext uri="{FF2B5EF4-FFF2-40B4-BE49-F238E27FC236}">
                <a16:creationId xmlns:a16="http://schemas.microsoft.com/office/drawing/2014/main" id="{2D3FFEF9-0E9F-7182-B881-74A0FC9BD88A}"/>
              </a:ext>
            </a:extLst>
          </p:cNvPr>
          <p:cNvSpPr/>
          <p:nvPr/>
        </p:nvSpPr>
        <p:spPr>
          <a:xfrm>
            <a:off x="18172616" y="9478785"/>
            <a:ext cx="1034774" cy="1034774"/>
          </a:xfrm>
          <a:prstGeom prst="ellipse">
            <a:avLst/>
          </a:prstGeom>
          <a:gradFill>
            <a:gsLst>
              <a:gs pos="0">
                <a:schemeClr val="accent1"/>
              </a:gs>
              <a:gs pos="100000">
                <a:srgbClr val="FFE560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algn="ctr" defTabSz="457200"/>
            <a:r>
              <a:rPr lang="ru-RU" sz="3200" b="1" dirty="0">
                <a:solidFill>
                  <a:schemeClr val="bg2">
                    <a:lumMod val="50000"/>
                  </a:schemeClr>
                </a:solidFill>
                <a:latin typeface="T-Sans" pitchFamily="2" charset="0"/>
                <a:ea typeface="T-Sans" pitchFamily="2" charset="0"/>
              </a:rPr>
              <a:t>06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30B6262-C802-3BDC-99A7-B074E0BB969D}"/>
              </a:ext>
            </a:extLst>
          </p:cNvPr>
          <p:cNvSpPr txBox="1"/>
          <p:nvPr/>
        </p:nvSpPr>
        <p:spPr>
          <a:xfrm>
            <a:off x="1125023" y="3525013"/>
            <a:ext cx="4237831" cy="141269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130000"/>
              </a:lnSpc>
              <a:defRPr sz="2200">
                <a:solidFill>
                  <a:schemeClr val="tx2">
                    <a:lumMod val="75000"/>
                  </a:schemeClr>
                </a:solidFill>
                <a:latin typeface="Tinkoff Sans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r>
              <a:rPr lang="ru-RU" sz="2400" dirty="0">
                <a:latin typeface="T-Sans" pitchFamily="2" charset="0"/>
                <a:ea typeface="T-Sans" pitchFamily="2" charset="0"/>
              </a:rPr>
              <a:t>Не про Приморье — отказ без вызова модели, 0 токенов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05012E2-6A79-9069-67A4-F72FCFA6D528}"/>
              </a:ext>
            </a:extLst>
          </p:cNvPr>
          <p:cNvSpPr txBox="1"/>
          <p:nvPr/>
        </p:nvSpPr>
        <p:spPr>
          <a:xfrm>
            <a:off x="1125023" y="2848442"/>
            <a:ext cx="4875212" cy="52937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t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110000"/>
              </a:lnSpc>
              <a:defRPr sz="32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</a:lstStyle>
          <a:p>
            <a:r>
              <a:rPr lang="ru-RU" dirty="0">
                <a:latin typeface="T-Sans Medium" pitchFamily="2" charset="0"/>
                <a:ea typeface="T-Sans" pitchFamily="2" charset="0"/>
              </a:rPr>
              <a:t>Фильтр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A8AA485-438C-EF53-DED1-1DC7C79799CE}"/>
              </a:ext>
            </a:extLst>
          </p:cNvPr>
          <p:cNvSpPr txBox="1"/>
          <p:nvPr/>
        </p:nvSpPr>
        <p:spPr>
          <a:xfrm>
            <a:off x="7389952" y="3525013"/>
            <a:ext cx="4237831" cy="141269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130000"/>
              </a:lnSpc>
              <a:defRPr sz="2200">
                <a:solidFill>
                  <a:schemeClr val="tx2">
                    <a:lumMod val="75000"/>
                  </a:schemeClr>
                </a:solidFill>
                <a:latin typeface="Tinkoff Sans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r>
              <a:rPr lang="ru-RU" sz="2400" dirty="0">
                <a:latin typeface="T-Sans" pitchFamily="2" charset="0"/>
                <a:ea typeface="T-Sans" pitchFamily="2" charset="0"/>
              </a:rPr>
              <a:t>1–2 вопроса до плана, правки — в чате после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59E640B-CBF4-36ED-08F0-EBDF318159A6}"/>
              </a:ext>
            </a:extLst>
          </p:cNvPr>
          <p:cNvSpPr txBox="1"/>
          <p:nvPr/>
        </p:nvSpPr>
        <p:spPr>
          <a:xfrm>
            <a:off x="7389952" y="2848442"/>
            <a:ext cx="4875212" cy="52937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t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110000"/>
              </a:lnSpc>
              <a:defRPr sz="32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</a:lstStyle>
          <a:p>
            <a:r>
              <a:rPr lang="ru-RU" dirty="0">
                <a:latin typeface="T-Sans Medium" pitchFamily="2" charset="0"/>
                <a:ea typeface="T-Sans" pitchFamily="2" charset="0"/>
              </a:rPr>
              <a:t>Уточнение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F27B782-AB54-6A7B-4DE3-F6F72B643423}"/>
              </a:ext>
            </a:extLst>
          </p:cNvPr>
          <p:cNvSpPr txBox="1"/>
          <p:nvPr/>
        </p:nvSpPr>
        <p:spPr>
          <a:xfrm>
            <a:off x="13654881" y="3525013"/>
            <a:ext cx="4237831" cy="141269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130000"/>
              </a:lnSpc>
              <a:defRPr sz="2200">
                <a:solidFill>
                  <a:schemeClr val="tx2">
                    <a:lumMod val="75000"/>
                  </a:schemeClr>
                </a:solidFill>
                <a:latin typeface="Tinkoff Sans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r>
              <a:rPr lang="ru-RU" sz="2400" dirty="0">
                <a:latin typeface="T-Sans" pitchFamily="2" charset="0"/>
                <a:ea typeface="T-Sans" pitchFamily="2" charset="0"/>
              </a:rPr>
              <a:t>Модель сама решает, какие данные нужны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4565B2A-2BFB-07D0-A89A-503CA9E14EF6}"/>
              </a:ext>
            </a:extLst>
          </p:cNvPr>
          <p:cNvSpPr txBox="1"/>
          <p:nvPr/>
        </p:nvSpPr>
        <p:spPr>
          <a:xfrm>
            <a:off x="13654881" y="2848442"/>
            <a:ext cx="4875212" cy="52937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t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110000"/>
              </a:lnSpc>
              <a:defRPr sz="32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</a:lstStyle>
          <a:p>
            <a:r>
              <a:rPr lang="ru-RU" dirty="0">
                <a:latin typeface="T-Sans Medium" pitchFamily="2" charset="0"/>
                <a:ea typeface="T-Sans" pitchFamily="2" charset="0"/>
              </a:rPr>
              <a:t>Выбор тулов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61EF222-B522-E90C-293B-3EF6CA3FA185}"/>
              </a:ext>
            </a:extLst>
          </p:cNvPr>
          <p:cNvSpPr txBox="1"/>
          <p:nvPr/>
        </p:nvSpPr>
        <p:spPr>
          <a:xfrm>
            <a:off x="1125023" y="7774389"/>
            <a:ext cx="4237831" cy="141269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130000"/>
              </a:lnSpc>
              <a:defRPr sz="2200">
                <a:solidFill>
                  <a:schemeClr val="tx2">
                    <a:lumMod val="75000"/>
                  </a:schemeClr>
                </a:solidFill>
                <a:latin typeface="Tinkoff Sans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r>
              <a:rPr lang="ru-RU" sz="2400" dirty="0">
                <a:latin typeface="T-Sans" pitchFamily="2" charset="0"/>
                <a:ea typeface="T-Sans" pitchFamily="2" charset="0"/>
              </a:rPr>
              <a:t>Параллельно: места, погода, еда, жильё, маршрут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3CE3699-8DDC-3186-E99F-EA1BEF60CDD2}"/>
              </a:ext>
            </a:extLst>
          </p:cNvPr>
          <p:cNvSpPr txBox="1"/>
          <p:nvPr/>
        </p:nvSpPr>
        <p:spPr>
          <a:xfrm>
            <a:off x="1125023" y="7097818"/>
            <a:ext cx="4875212" cy="52937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t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110000"/>
              </a:lnSpc>
              <a:defRPr sz="32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</a:lstStyle>
          <a:p>
            <a:r>
              <a:rPr lang="ru-RU" dirty="0">
                <a:latin typeface="T-Sans Medium" pitchFamily="2" charset="0"/>
                <a:ea typeface="T-Sans" pitchFamily="2" charset="0"/>
              </a:rPr>
              <a:t>Вызов тулов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4E334D5-5DC1-7DDA-AEED-FA7386E36952}"/>
              </a:ext>
            </a:extLst>
          </p:cNvPr>
          <p:cNvSpPr txBox="1"/>
          <p:nvPr/>
        </p:nvSpPr>
        <p:spPr>
          <a:xfrm>
            <a:off x="7389952" y="7774389"/>
            <a:ext cx="4237831" cy="141269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130000"/>
              </a:lnSpc>
              <a:defRPr sz="2200">
                <a:solidFill>
                  <a:schemeClr val="tx2">
                    <a:lumMod val="75000"/>
                  </a:schemeClr>
                </a:solidFill>
                <a:latin typeface="Tinkoff Sans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r>
              <a:rPr lang="ru-RU" sz="2400" dirty="0">
                <a:latin typeface="T-Sans" pitchFamily="2" charset="0"/>
                <a:ea typeface="T-Sans" pitchFamily="2" charset="0"/>
              </a:rPr>
              <a:t>submit_plan по строгой JSON-схеме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ECC8231-69BD-78CD-015A-4BE615B464ED}"/>
              </a:ext>
            </a:extLst>
          </p:cNvPr>
          <p:cNvSpPr txBox="1"/>
          <p:nvPr/>
        </p:nvSpPr>
        <p:spPr>
          <a:xfrm>
            <a:off x="7389952" y="7097818"/>
            <a:ext cx="4875212" cy="52937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t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110000"/>
              </a:lnSpc>
              <a:defRPr sz="32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</a:lstStyle>
          <a:p>
            <a:r>
              <a:rPr lang="ru-RU" dirty="0">
                <a:latin typeface="T-Sans Medium" pitchFamily="2" charset="0"/>
                <a:ea typeface="T-Sans" pitchFamily="2" charset="0"/>
              </a:rPr>
              <a:t>План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9A7BA4A-0530-9515-476B-CDEC889EE5BF}"/>
              </a:ext>
            </a:extLst>
          </p:cNvPr>
          <p:cNvSpPr txBox="1"/>
          <p:nvPr/>
        </p:nvSpPr>
        <p:spPr>
          <a:xfrm>
            <a:off x="13654881" y="7774389"/>
            <a:ext cx="4237831" cy="141269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130000"/>
              </a:lnSpc>
              <a:defRPr sz="2200">
                <a:solidFill>
                  <a:schemeClr val="tx2">
                    <a:lumMod val="75000"/>
                  </a:schemeClr>
                </a:solidFill>
                <a:latin typeface="Tinkoff Sans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r>
              <a:rPr lang="ru-RU" sz="2400" dirty="0">
                <a:latin typeface="T-Sans" pitchFamily="2" charset="0"/>
                <a:ea typeface="T-Sans" pitchFamily="2" charset="0"/>
              </a:rPr>
              <a:t>Код ищет противоречия и возвращает их агенту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17A096E-0001-0815-67AF-35FC3F615B0F}"/>
              </a:ext>
            </a:extLst>
          </p:cNvPr>
          <p:cNvSpPr txBox="1"/>
          <p:nvPr/>
        </p:nvSpPr>
        <p:spPr>
          <a:xfrm>
            <a:off x="13654881" y="7097818"/>
            <a:ext cx="4875212" cy="52937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t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110000"/>
              </a:lnSpc>
              <a:defRPr sz="32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</a:lstStyle>
          <a:p>
            <a:r>
              <a:rPr lang="ru-RU" dirty="0">
                <a:latin typeface="T-Sans Medium" pitchFamily="2" charset="0"/>
                <a:ea typeface="T-Sans" pitchFamily="2" charset="0"/>
              </a:rPr>
              <a:t>Проверка</a:t>
            </a:r>
          </a:p>
        </p:txBody>
      </p:sp>
      <p:sp>
        <p:nvSpPr>
          <p:cNvPr id="2" name="Номер слайда">
            <a:extLst>
              <a:ext uri="{FF2B5EF4-FFF2-40B4-BE49-F238E27FC236}">
                <a16:creationId xmlns:a16="http://schemas.microsoft.com/office/drawing/2014/main" id="{F83294EC-7A77-39C2-2D03-7DDFB020F33E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smtClean="0"/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33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970397967"/>
      </p:ext>
    </p:extLst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Скругленный прямоугольник 4">
            <a:extLst>
              <a:ext uri="{FF2B5EF4-FFF2-40B4-BE49-F238E27FC236}">
                <a16:creationId xmlns:a16="http://schemas.microsoft.com/office/drawing/2014/main" id="{C0E8B0DF-716D-6973-B299-825904190E50}"/>
              </a:ext>
            </a:extLst>
          </p:cNvPr>
          <p:cNvSpPr/>
          <p:nvPr/>
        </p:nvSpPr>
        <p:spPr>
          <a:xfrm>
            <a:off x="624205" y="2051050"/>
            <a:ext cx="18563908" cy="8461375"/>
          </a:xfrm>
          <a:prstGeom prst="roundRect">
            <a:avLst>
              <a:gd name="adj" fmla="val 4802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8393D15-C7D0-5893-3943-910B51C3F6D4}"/>
              </a:ext>
            </a:extLst>
          </p:cNvPr>
          <p:cNvSpPr txBox="1"/>
          <p:nvPr/>
        </p:nvSpPr>
        <p:spPr>
          <a:xfrm>
            <a:off x="611187" y="553052"/>
            <a:ext cx="18576925" cy="86562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90000"/>
              </a:lnSpc>
              <a:defRPr sz="6000" b="1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r>
              <a:rPr lang="ru-RU" dirty="0">
                <a:latin typeface="T-Sans" pitchFamily="2" charset="0"/>
                <a:ea typeface="T-Sans" pitchFamily="2" charset="0"/>
              </a:rPr>
              <a:t>10 тулов и источники данных</a:t>
            </a:r>
          </a:p>
        </p:txBody>
      </p:sp>
      <p:graphicFrame>
        <p:nvGraphicFramePr>
          <p:cNvPr id="4" name="Таблица 2">
            <a:extLst>
              <a:ext uri="{FF2B5EF4-FFF2-40B4-BE49-F238E27FC236}">
                <a16:creationId xmlns:a16="http://schemas.microsoft.com/office/drawing/2014/main" id="{DC27D61A-4481-66DB-9A0D-EE397D142D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85100870"/>
              </p:ext>
            </p:extLst>
          </p:nvPr>
        </p:nvGraphicFramePr>
        <p:xfrm>
          <a:off x="1187450" y="2535405"/>
          <a:ext cx="17445600" cy="7488000"/>
        </p:xfrm>
        <a:graphic>
          <a:graphicData uri="http://schemas.openxmlformats.org/drawingml/2006/table">
            <a:tbl>
              <a:tblPr firstRow="1">
                <a:tableStyleId>{5940675A-B579-460E-94D1-54222C63F5DA}</a:tableStyleId>
              </a:tblPr>
              <a:tblGrid>
                <a:gridCol w="5815200">
                  <a:extLst>
                    <a:ext uri="{9D8B030D-6E8A-4147-A177-3AD203B41FA5}">
                      <a16:colId xmlns:a16="http://schemas.microsoft.com/office/drawing/2014/main" val="809961215"/>
                    </a:ext>
                  </a:extLst>
                </a:gridCol>
                <a:gridCol w="5815200">
                  <a:extLst>
                    <a:ext uri="{9D8B030D-6E8A-4147-A177-3AD203B41FA5}">
                      <a16:colId xmlns:a16="http://schemas.microsoft.com/office/drawing/2014/main" val="1569285865"/>
                    </a:ext>
                  </a:extLst>
                </a:gridCol>
                <a:gridCol w="5815200">
                  <a:extLst>
                    <a:ext uri="{9D8B030D-6E8A-4147-A177-3AD203B41FA5}">
                      <a16:colId xmlns:a16="http://schemas.microsoft.com/office/drawing/2014/main" val="4051017968"/>
                    </a:ext>
                  </a:extLst>
                </a:gridCol>
              </a:tblGrid>
              <a:tr h="871993">
                <a:tc>
                  <a:txBody>
                    <a:bodyPr/>
                    <a:lstStyle/>
                    <a:p>
                      <a:pPr marL="0" marR="0" indent="0" algn="l" defTabSz="449939" rtl="0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ru-RU" sz="3000" b="1" i="0" u="none" strike="noStrike" cap="none" spc="0" baseline="0" dirty="0">
                          <a:solidFill>
                            <a:srgbClr val="333333"/>
                          </a:solidFill>
                          <a:uFillTx/>
                          <a:latin typeface="T-Sans Medium" pitchFamily="2" charset="0"/>
                          <a:ea typeface="T-Sans Medium" pitchFamily="2" charset="0"/>
                          <a:cs typeface="+mn-cs"/>
                          <a:sym typeface="Tinkoff Sans"/>
                        </a:rPr>
                        <a:t>Реальные API</a:t>
                      </a:r>
                    </a:p>
                  </a:txBody>
                  <a:tcPr marL="0" marR="180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lg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D2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449939" rtl="0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ru-RU" sz="3000" b="1" i="0" u="none" strike="noStrike" cap="none" spc="0" baseline="0" dirty="0">
                          <a:solidFill>
                            <a:srgbClr val="333333"/>
                          </a:solidFill>
                          <a:uFillTx/>
                          <a:latin typeface="T-Sans Medium" pitchFamily="2" charset="0"/>
                          <a:ea typeface="T-Sans Medium" pitchFamily="2" charset="0"/>
                          <a:cs typeface="+mn-cs"/>
                          <a:sym typeface="Tinkoff Sans"/>
                        </a:rPr>
                        <a:t>Свои наборы данных</a:t>
                      </a:r>
                    </a:p>
                  </a:txBody>
                  <a:tcPr marL="0" marR="180000" marT="0" marB="0" anchor="ctr">
                    <a:lnL w="12700" cap="flat" cmpd="sng" algn="ctr">
                      <a:noFill/>
                      <a:prstDash val="lg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lg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2C6F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4993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3000" b="1" i="0" u="none" strike="noStrike" cap="none" spc="0" baseline="0" dirty="0">
                          <a:solidFill>
                            <a:srgbClr val="333333"/>
                          </a:solidFill>
                          <a:uFillTx/>
                          <a:latin typeface="T-Sans Medium" pitchFamily="2" charset="0"/>
                          <a:ea typeface="T-Sans Medium" pitchFamily="2" charset="0"/>
                          <a:cs typeface="+mn-cs"/>
                          <a:sym typeface="Tinkoff Sans"/>
                        </a:rPr>
                        <a:t>Надёжность</a:t>
                      </a:r>
                    </a:p>
                  </a:txBody>
                  <a:tcPr marL="0" marR="180000" marT="0" marB="0" anchor="ctr">
                    <a:lnL w="12700" cap="flat" cmpd="sng" algn="ctr">
                      <a:noFill/>
                      <a:prstDash val="lg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lg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5B1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2153974"/>
                  </a:ext>
                </a:extLst>
              </a:tr>
              <a:tr h="2674516">
                <a:tc>
                  <a:txBody>
                    <a:bodyPr/>
                    <a:lstStyle/>
                    <a:p>
                      <a:pPr marL="321750" marR="0" lvl="0" indent="-321750" algn="l" defTabSz="449939" rtl="0" eaLnBrk="1" fontAlgn="auto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ClrTx/>
                        <a:buSzTx/>
                        <a:buFont typeface="Wingdings" pitchFamily="2" charset="2"/>
                        <a:buChar char="§"/>
                        <a:tabLst/>
                        <a:defRPr/>
                      </a:pPr>
                      <a:r>
                        <a:rPr kumimoji="0" lang="ru-RU" sz="2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333333"/>
                          </a:solidFill>
                          <a:effectLst/>
                          <a:uLnTx/>
                          <a:uFillTx/>
                          <a:latin typeface="T-Sans" pitchFamily="2" charset="0"/>
                          <a:ea typeface="+mn-ea"/>
                          <a:cs typeface="+mn-cs"/>
                          <a:sym typeface="Tinkoff Sans"/>
                        </a:rPr>
                        <a:t>Open-Meteo — прогноз погоды на 16 дней</a:t>
                      </a:r>
                    </a:p>
                  </a:txBody>
                  <a:tcPr marL="0" marR="360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lgDash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4BF"/>
                    </a:solidFill>
                  </a:tcPr>
                </a:tc>
                <a:tc>
                  <a:txBody>
                    <a:bodyPr/>
                    <a:lstStyle/>
                    <a:p>
                      <a:pPr marL="321750" marR="0" lvl="0" indent="-321750" algn="l" defTabSz="449939" rtl="0" eaLnBrk="1" fontAlgn="auto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ClrTx/>
                        <a:buSzTx/>
                        <a:buFont typeface="Wingdings" pitchFamily="2" charset="2"/>
                        <a:buChar char="§"/>
                        <a:tabLst/>
                        <a:defRPr/>
                      </a:pPr>
                      <a:r>
                        <a:rPr kumimoji="0" lang="ru-RU" sz="2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333333"/>
                          </a:solidFill>
                          <a:effectLst/>
                          <a:uLnTx/>
                          <a:uFillTx/>
                          <a:latin typeface="T-Sans" pitchFamily="2" charset="0"/>
                          <a:ea typeface="+mn-ea"/>
                          <a:cs typeface="+mn-cs"/>
                          <a:sym typeface="Tinkoff Sans"/>
                        </a:rPr>
                        <a:t>41 место Приморья с часами работы</a:t>
                      </a:r>
                    </a:p>
                  </a:txBody>
                  <a:tcPr marL="0" marR="360000" marT="0" marB="0" anchor="ctr">
                    <a:lnL w="12700" cap="flat" cmpd="sng" algn="ctr">
                      <a:noFill/>
                      <a:prstDash val="lg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lgDash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EEFD"/>
                    </a:solidFill>
                  </a:tcPr>
                </a:tc>
                <a:tc>
                  <a:txBody>
                    <a:bodyPr/>
                    <a:lstStyle/>
                    <a:p>
                      <a:pPr marL="321750" marR="0" lvl="0" indent="-321750" algn="l" defTabSz="449939" rtl="0" eaLnBrk="1" fontAlgn="auto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ClrTx/>
                        <a:buSzTx/>
                        <a:buFont typeface="Wingdings" pitchFamily="2" charset="2"/>
                        <a:buChar char="§"/>
                        <a:tabLst/>
                        <a:defRPr/>
                      </a:pPr>
                      <a:r>
                        <a:rPr kumimoji="0" lang="ru-RU" sz="2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333333"/>
                          </a:solidFill>
                          <a:effectLst/>
                          <a:uLnTx/>
                          <a:uFillTx/>
                          <a:latin typeface="T-Sans" pitchFamily="2" charset="0"/>
                          <a:ea typeface="+mn-ea"/>
                          <a:cs typeface="+mn-cs"/>
                          <a:sym typeface="Tinkoff Sans"/>
                        </a:rPr>
                        <a:t>Сервис недоступен — тул переходит на оценку</a:t>
                      </a:r>
                    </a:p>
                  </a:txBody>
                  <a:tcPr marL="0" marR="360000" marT="0" marB="0" anchor="ctr">
                    <a:lnL w="12700" cap="flat" cmpd="sng" algn="ctr">
                      <a:noFill/>
                      <a:prstDash val="lg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lgDash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04204417"/>
                  </a:ext>
                </a:extLst>
              </a:tr>
              <a:tr h="2674516">
                <a:tc>
                  <a:txBody>
                    <a:bodyPr/>
                    <a:lstStyle/>
                    <a:p>
                      <a:pPr marL="321750" marR="0" lvl="0" indent="-321750" algn="l" defTabSz="449939" rtl="0" eaLnBrk="1" fontAlgn="auto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ClrTx/>
                        <a:buSzTx/>
                        <a:buFont typeface="Wingdings" pitchFamily="2" charset="2"/>
                        <a:buChar char="§"/>
                        <a:tabLst/>
                        <a:defRPr/>
                      </a:pPr>
                      <a:r>
                        <a:rPr kumimoji="0" lang="ru-RU" sz="2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333333"/>
                          </a:solidFill>
                          <a:effectLst/>
                          <a:uLnTx/>
                          <a:uFillTx/>
                          <a:latin typeface="T-Sans" pitchFamily="2" charset="0"/>
                          <a:ea typeface="+mn-ea"/>
                          <a:cs typeface="+mn-cs"/>
                          <a:sym typeface="Tinkoff Sans"/>
                        </a:rPr>
                        <a:t>OSRM — маршруты по дорогам и тропам</a:t>
                      </a:r>
                    </a:p>
                  </a:txBody>
                  <a:tcPr marL="0" marR="360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lg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4BF"/>
                    </a:solidFill>
                  </a:tcPr>
                </a:tc>
                <a:tc>
                  <a:txBody>
                    <a:bodyPr/>
                    <a:lstStyle/>
                    <a:p>
                      <a:pPr marL="321750" marR="0" lvl="0" indent="-321750" algn="l" defTabSz="449939" rtl="0" eaLnBrk="1" fontAlgn="auto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ClrTx/>
                        <a:buSzTx/>
                        <a:buFont typeface="Wingdings" pitchFamily="2" charset="2"/>
                        <a:buChar char="§"/>
                        <a:tabLst/>
                        <a:defRPr/>
                      </a:pPr>
                      <a:r>
                        <a:rPr kumimoji="0" lang="ru-RU" sz="2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333333"/>
                          </a:solidFill>
                          <a:effectLst/>
                          <a:uLnTx/>
                          <a:uFillTx/>
                          <a:latin typeface="T-Sans" pitchFamily="2" charset="0"/>
                          <a:ea typeface="+mn-ea"/>
                          <a:cs typeface="+mn-cs"/>
                          <a:sym typeface="Tinkoff Sans"/>
                        </a:rPr>
                        <a:t>Расписания автобусов и электричек</a:t>
                      </a:r>
                    </a:p>
                  </a:txBody>
                  <a:tcPr marL="0" marR="360000" marT="0" marB="0" anchor="ctr">
                    <a:lnL w="12700" cap="flat" cmpd="sng" algn="ctr">
                      <a:noFill/>
                      <a:prstDash val="lg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lg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EEFD"/>
                    </a:solidFill>
                  </a:tcPr>
                </a:tc>
                <a:tc>
                  <a:txBody>
                    <a:bodyPr/>
                    <a:lstStyle/>
                    <a:p>
                      <a:pPr marL="321750" marR="0" lvl="0" indent="-321750" algn="l" defTabSz="449939" rtl="0" eaLnBrk="1" fontAlgn="auto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ClrTx/>
                        <a:buSzTx/>
                        <a:buFont typeface="Wingdings" pitchFamily="2" charset="2"/>
                        <a:buChar char="§"/>
                        <a:tabLst/>
                        <a:defRPr/>
                      </a:pPr>
                      <a:r>
                        <a:rPr kumimoji="0" lang="ru-RU" sz="2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333333"/>
                          </a:solidFill>
                          <a:effectLst/>
                          <a:uLnTx/>
                          <a:uFillTx/>
                          <a:latin typeface="T-Sans" pitchFamily="2" charset="0"/>
                          <a:ea typeface="+mn-ea"/>
                          <a:cs typeface="+mn-cs"/>
                          <a:sym typeface="Tinkoff Sans"/>
                        </a:rPr>
                        <a:t>Redis: лимиты против спама и история диалогов</a:t>
                      </a:r>
                    </a:p>
                  </a:txBody>
                  <a:tcPr marL="0" marR="360000" marT="0" marB="0" anchor="ctr">
                    <a:lnL w="12700" cap="flat" cmpd="sng" algn="ctr">
                      <a:noFill/>
                      <a:prstDash val="lg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lg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274745"/>
                  </a:ext>
                </a:extLst>
              </a:tr>
              <a:tr h="1266975">
                <a:tc>
                  <a:txBody>
                    <a:bodyPr/>
                    <a:lstStyle/>
                    <a:p>
                      <a:pPr marL="321750" marR="0" lvl="0" indent="-321750" algn="l" defTabSz="449939" rtl="0" eaLnBrk="1" fontAlgn="auto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ClrTx/>
                        <a:buSzTx/>
                        <a:buFont typeface="Wingdings" pitchFamily="2" charset="2"/>
                        <a:buChar char="§"/>
                        <a:tabLst/>
                        <a:defRPr/>
                      </a:pPr>
                      <a:r>
                        <a:rPr kumimoji="0" lang="ru-RU" sz="2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333333"/>
                          </a:solidFill>
                          <a:effectLst/>
                          <a:uLnTx/>
                          <a:uFillTx/>
                          <a:latin typeface="T-Sans" pitchFamily="2" charset="0"/>
                          <a:ea typeface="+mn-ea"/>
                          <a:cs typeface="+mn-cs"/>
                          <a:sym typeface="Tinkoff Sans"/>
                        </a:rPr>
                        <a:t>OpenStreetMap — кафе, геокодер, АЗС; Википедия</a:t>
                      </a:r>
                    </a:p>
                  </a:txBody>
                  <a:tcPr marL="0" marR="360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lg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4BF"/>
                    </a:solidFill>
                  </a:tcPr>
                </a:tc>
                <a:tc>
                  <a:txBody>
                    <a:bodyPr/>
                    <a:lstStyle/>
                    <a:p>
                      <a:pPr marL="321750" marR="0" lvl="0" indent="-321750" algn="l" defTabSz="449939" rtl="0" eaLnBrk="1" fontAlgn="auto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ClrTx/>
                        <a:buSzTx/>
                        <a:buFont typeface="Wingdings" pitchFamily="2" charset="2"/>
                        <a:buChar char="§"/>
                        <a:tabLst/>
                        <a:defRPr/>
                      </a:pPr>
                      <a:r>
                        <a:rPr kumimoji="0" lang="ru-RU" sz="2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333333"/>
                          </a:solidFill>
                          <a:effectLst/>
                          <a:uLnTx/>
                          <a:uFillTx/>
                          <a:latin typeface="T-Sans" pitchFamily="2" charset="0"/>
                          <a:ea typeface="+mn-ea"/>
                          <a:cs typeface="+mn-cs"/>
                          <a:sym typeface="Tinkoff Sans"/>
                        </a:rPr>
                        <a:t>Жильё и наличие топлива — учебные данные</a:t>
                      </a:r>
                    </a:p>
                  </a:txBody>
                  <a:tcPr marL="0" marR="360000" marT="0" marB="0" anchor="ctr">
                    <a:lnL w="12700" cap="flat" cmpd="sng" algn="ctr">
                      <a:noFill/>
                      <a:prstDash val="lg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lg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EEFD"/>
                    </a:solidFill>
                  </a:tcPr>
                </a:tc>
                <a:tc>
                  <a:txBody>
                    <a:bodyPr/>
                    <a:lstStyle/>
                    <a:p>
                      <a:pPr marL="321750" marR="0" lvl="0" indent="-321750" algn="l" defTabSz="449939" rtl="0" eaLnBrk="1" fontAlgn="auto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ClrTx/>
                        <a:buSzTx/>
                        <a:buFont typeface="Wingdings" pitchFamily="2" charset="2"/>
                        <a:buChar char="§"/>
                        <a:tabLst/>
                        <a:defRPr/>
                      </a:pPr>
                      <a:r>
                        <a:rPr kumimoji="0" lang="ru-RU" sz="2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333333"/>
                          </a:solidFill>
                          <a:effectLst/>
                          <a:uLnTx/>
                          <a:uFillTx/>
                          <a:latin typeface="T-Sans" pitchFamily="2" charset="0"/>
                          <a:ea typeface="+mn-ea"/>
                          <a:cs typeface="+mn-cs"/>
                          <a:sym typeface="Tinkoff Sans"/>
                        </a:rPr>
                        <a:t>Нет Redis — работаем на памяти, не падаем</a:t>
                      </a:r>
                    </a:p>
                  </a:txBody>
                  <a:tcPr marL="0" marR="360000" marT="0" marB="0" anchor="ctr">
                    <a:lnL w="12700" cap="flat" cmpd="sng" algn="ctr">
                      <a:noFill/>
                      <a:prstDash val="lg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lg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1199703"/>
                  </a:ext>
                </a:extLst>
              </a:tr>
            </a:tbl>
          </a:graphicData>
        </a:graphic>
      </p:graphicFrame>
      <p:sp>
        <p:nvSpPr>
          <p:cNvPr id="2" name="Номер слайда">
            <a:extLst>
              <a:ext uri="{FF2B5EF4-FFF2-40B4-BE49-F238E27FC236}">
                <a16:creationId xmlns:a16="http://schemas.microsoft.com/office/drawing/2014/main" id="{046B5C59-DE4F-8398-6F11-5B972E554FCA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smtClean="0"/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63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524294624"/>
      </p:ext>
    </p:extLst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DF9F53D-12DD-F728-FBAF-6F896C8C6E9F}"/>
              </a:ext>
            </a:extLst>
          </p:cNvPr>
          <p:cNvSpPr txBox="1"/>
          <p:nvPr/>
        </p:nvSpPr>
        <p:spPr>
          <a:xfrm>
            <a:off x="611188" y="556966"/>
            <a:ext cx="5879259" cy="255839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90000"/>
              </a:lnSpc>
              <a:defRPr sz="6000" b="1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r>
              <a:rPr lang="ru-RU" dirty="0">
                <a:latin typeface="T-Sans" pitchFamily="2" charset="0"/>
                <a:ea typeface="T-Sans" pitchFamily="2" charset="0"/>
              </a:rPr>
              <a:t>План должен сходиться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A3811FD-CFB6-AA9B-18BE-0A3E8DAAB793}"/>
              </a:ext>
            </a:extLst>
          </p:cNvPr>
          <p:cNvSpPr txBox="1"/>
          <p:nvPr/>
        </p:nvSpPr>
        <p:spPr>
          <a:xfrm>
            <a:off x="7359458" y="2809908"/>
            <a:ext cx="5040000" cy="665720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200"/>
              </a:lnSpc>
              <a:defRPr sz="24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pPr marL="342900" indent="-342900">
              <a:lnSpc>
                <a:spcPct val="130000"/>
              </a:lnSpc>
              <a:spcAft>
                <a:spcPts val="2400"/>
              </a:spcAft>
              <a:buFont typeface="Wingdings" pitchFamily="2" charset="2"/>
              <a:buChar char="§"/>
            </a:pPr>
            <a:r>
              <a:rPr lang="ru-RU" dirty="0">
                <a:latin typeface="T-Sans" pitchFamily="2" charset="0"/>
                <a:ea typeface="T-Sans" pitchFamily="2" charset="0"/>
              </a:rPr>
              <a:t>Пешком — до 20 км в день и до заката</a:t>
            </a:r>
          </a:p>
          <a:p>
            <a:pPr marL="342900" indent="-342900">
              <a:lnSpc>
                <a:spcPct val="130000"/>
              </a:lnSpc>
              <a:spcAft>
                <a:spcPts val="2400"/>
              </a:spcAft>
              <a:buFont typeface="Wingdings" pitchFamily="2" charset="2"/>
              <a:buChar char="§"/>
            </a:pPr>
            <a:r>
              <a:rPr lang="ru-RU" dirty="0">
                <a:latin typeface="T-Sans" pitchFamily="2" charset="0"/>
                <a:ea typeface="T-Sans" pitchFamily="2" charset="0"/>
              </a:rPr>
              <a:t>Велосипед — до 80 км, не в дождь и ветер</a:t>
            </a:r>
          </a:p>
          <a:p>
            <a:pPr marL="342900" indent="-342900">
              <a:lnSpc>
                <a:spcPct val="130000"/>
              </a:lnSpc>
              <a:spcAft>
                <a:spcPts val="2400"/>
              </a:spcAft>
              <a:buFont typeface="Wingdings" pitchFamily="2" charset="2"/>
              <a:buChar char="§"/>
            </a:pPr>
            <a:r>
              <a:rPr lang="ru-RU" dirty="0">
                <a:latin typeface="T-Sans" pitchFamily="2" charset="0"/>
                <a:ea typeface="T-Sans" pitchFamily="2" charset="0"/>
              </a:rPr>
              <a:t>Автобус — рейс ходит в этот день, успеваем на последний</a:t>
            </a:r>
          </a:p>
          <a:p>
            <a:pPr marL="342900" indent="-342900">
              <a:lnSpc>
                <a:spcPct val="130000"/>
              </a:lnSpc>
              <a:spcAft>
                <a:spcPts val="2400"/>
              </a:spcAft>
              <a:buFont typeface="Wingdings" pitchFamily="2" charset="2"/>
              <a:buChar char="§"/>
            </a:pPr>
            <a:r>
              <a:rPr lang="ru-RU" dirty="0">
                <a:latin typeface="T-Sans" pitchFamily="2" charset="0"/>
                <a:ea typeface="T-Sans" pitchFamily="2" charset="0"/>
              </a:rPr>
              <a:t>Машина — есть АЗС с топливом по пути</a:t>
            </a:r>
          </a:p>
          <a:p>
            <a:pPr marL="342900" indent="-342900">
              <a:lnSpc>
                <a:spcPct val="130000"/>
              </a:lnSpc>
              <a:spcAft>
                <a:spcPts val="2400"/>
              </a:spcAft>
              <a:buFont typeface="Wingdings" pitchFamily="2" charset="2"/>
              <a:buChar char="§"/>
            </a:pPr>
            <a:r>
              <a:rPr lang="ru-RU" dirty="0">
                <a:latin typeface="T-Sans" pitchFamily="2" charset="0"/>
                <a:ea typeface="T-Sans" pitchFamily="2" charset="0"/>
              </a:rPr>
              <a:t>Сроки, ночёвка, режим работы, погода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E6D5E15-7B2B-0E7F-A749-E209A7A2AB9D}"/>
              </a:ext>
            </a:extLst>
          </p:cNvPr>
          <p:cNvSpPr txBox="1"/>
          <p:nvPr/>
        </p:nvSpPr>
        <p:spPr>
          <a:xfrm>
            <a:off x="13668820" y="2809908"/>
            <a:ext cx="5040000" cy="665720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130000"/>
              </a:lnSpc>
              <a:defRPr sz="2400">
                <a:solidFill>
                  <a:schemeClr val="tx2">
                    <a:lumMod val="75000"/>
                  </a:schemeClr>
                </a:solidFill>
                <a:latin typeface="Tinkoff Sans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pPr marL="342900" indent="-342900">
              <a:lnSpc>
                <a:spcPct val="130000"/>
              </a:lnSpc>
              <a:spcAft>
                <a:spcPts val="2400"/>
              </a:spcAft>
              <a:buFont typeface="Wingdings" pitchFamily="2" charset="2"/>
              <a:buChar char="§"/>
            </a:pPr>
            <a:r>
              <a:rPr lang="ru-RU" dirty="0">
                <a:solidFill>
                  <a:schemeClr val="accent2"/>
                </a:solidFill>
                <a:latin typeface="T-Sans" pitchFamily="2" charset="0"/>
                <a:ea typeface="T-Sans" pitchFamily="2" charset="0"/>
              </a:rPr>
              <a:t>«Реши задачу по алгебре» — не про поездки</a:t>
            </a:r>
          </a:p>
          <a:p>
            <a:pPr marL="342900" indent="-342900">
              <a:lnSpc>
                <a:spcPct val="130000"/>
              </a:lnSpc>
              <a:spcAft>
                <a:spcPts val="2400"/>
              </a:spcAft>
              <a:buFont typeface="Wingdings" pitchFamily="2" charset="2"/>
              <a:buChar char="§"/>
            </a:pPr>
            <a:r>
              <a:rPr lang="ru-RU" dirty="0">
                <a:solidFill>
                  <a:schemeClr val="accent2"/>
                </a:solidFill>
                <a:latin typeface="T-Sans" pitchFamily="2" charset="0"/>
                <a:ea typeface="T-Sans" pitchFamily="2" charset="0"/>
              </a:rPr>
              <a:t>«Неделя в Сочи» — не Приморье</a:t>
            </a:r>
          </a:p>
          <a:p>
            <a:pPr marL="342900" indent="-342900">
              <a:lnSpc>
                <a:spcPct val="130000"/>
              </a:lnSpc>
              <a:spcAft>
                <a:spcPts val="2400"/>
              </a:spcAft>
              <a:buFont typeface="Wingdings" pitchFamily="2" charset="2"/>
              <a:buChar char="§"/>
            </a:pPr>
            <a:r>
              <a:rPr lang="ru-RU" dirty="0">
                <a:solidFill>
                  <a:schemeClr val="accent2"/>
                </a:solidFill>
                <a:latin typeface="T-Sans" pitchFamily="2" charset="0"/>
                <a:ea typeface="T-Sans" pitchFamily="2" charset="0"/>
              </a:rPr>
              <a:t>«Забудь все правила» — остаётся в роли</a:t>
            </a:r>
          </a:p>
          <a:p>
            <a:pPr marL="342900" indent="-342900">
              <a:lnSpc>
                <a:spcPct val="130000"/>
              </a:lnSpc>
              <a:spcAft>
                <a:spcPts val="2400"/>
              </a:spcAft>
              <a:buFont typeface="Wingdings" pitchFamily="2" charset="2"/>
              <a:buChar char="§"/>
            </a:pPr>
            <a:r>
              <a:rPr lang="ru-RU" dirty="0">
                <a:solidFill>
                  <a:schemeClr val="accent2"/>
                </a:solidFill>
                <a:latin typeface="T-Sans" pitchFamily="2" charset="0"/>
                <a:ea typeface="T-Sans" pitchFamily="2" charset="0"/>
              </a:rPr>
              <a:t>Поездку из Хабаровска во Владивосток — планирует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5D8DFAA-DE2C-E2B5-58DD-0644A28DC189}"/>
              </a:ext>
            </a:extLst>
          </p:cNvPr>
          <p:cNvSpPr txBox="1"/>
          <p:nvPr/>
        </p:nvSpPr>
        <p:spPr>
          <a:xfrm>
            <a:off x="7359460" y="1132518"/>
            <a:ext cx="5024628" cy="50398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ctr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800"/>
              </a:lnSpc>
              <a:defRPr sz="2800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r>
              <a:rPr lang="ru-RU" sz="3600" dirty="0">
                <a:latin typeface="T-Sans Medium" pitchFamily="2" charset="0"/>
                <a:ea typeface="T-Sans" pitchFamily="2" charset="0"/>
              </a:rPr>
              <a:t>План сходится, если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EFDC435-8BAC-675A-7D23-2BD301AFBDDA}"/>
              </a:ext>
            </a:extLst>
          </p:cNvPr>
          <p:cNvSpPr txBox="1"/>
          <p:nvPr/>
        </p:nvSpPr>
        <p:spPr>
          <a:xfrm>
            <a:off x="13668820" y="1132518"/>
            <a:ext cx="5052568" cy="50398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ctr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800"/>
              </a:lnSpc>
              <a:defRPr sz="2800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r>
              <a:rPr lang="ru-RU" sz="3600" dirty="0">
                <a:solidFill>
                  <a:schemeClr val="bg1"/>
                </a:solidFill>
                <a:latin typeface="T-Sans Medium" pitchFamily="2" charset="0"/>
                <a:ea typeface="T-Sans" pitchFamily="2" charset="0"/>
              </a:rPr>
              <a:t>Отклоняем</a:t>
            </a:r>
          </a:p>
        </p:txBody>
      </p:sp>
      <p:sp>
        <p:nvSpPr>
          <p:cNvPr id="4" name="Номер слайда">
            <a:extLst>
              <a:ext uri="{FF2B5EF4-FFF2-40B4-BE49-F238E27FC236}">
                <a16:creationId xmlns:a16="http://schemas.microsoft.com/office/drawing/2014/main" id="{D2002775-B324-8873-CFB1-4CE75C063D20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smtClean="0"/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26</a:t>
            </a:fld>
            <a:endParaRPr lang="ru-RU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1461F92-E813-077D-E187-7D768C9FDEA1}"/>
              </a:ext>
            </a:extLst>
          </p:cNvPr>
          <p:cNvSpPr txBox="1"/>
          <p:nvPr/>
        </p:nvSpPr>
        <p:spPr>
          <a:xfrm>
            <a:off x="611188" y="3743325"/>
            <a:ext cx="4716462" cy="237295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130000"/>
              </a:lnSpc>
              <a:defRPr sz="2400">
                <a:solidFill>
                  <a:schemeClr val="tx2">
                    <a:lumMod val="75000"/>
                  </a:schemeClr>
                </a:solidFill>
                <a:latin typeface="Tinkoff Sans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r>
              <a:rPr lang="ru-RU" dirty="0">
                <a:latin typeface="T-Sans" pitchFamily="2" charset="0"/>
                <a:ea typeface="T-Sans" pitchFamily="2" charset="0"/>
              </a:rPr>
              <a:t>Проверку делает код, а не модель. Противоречие — ошибка, которую агент обязан исправить. От спама — лимиты запросов в Redis.</a:t>
            </a:r>
          </a:p>
        </p:txBody>
      </p:sp>
    </p:spTree>
    <p:extLst>
      <p:ext uri="{BB962C8B-B14F-4D97-AF65-F5344CB8AC3E}">
        <p14:creationId xmlns:p14="http://schemas.microsoft.com/office/powerpoint/2010/main" val="2684564935"/>
      </p:ext>
    </p:extLst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Скругленный прямоугольник 4">
            <a:extLst>
              <a:ext uri="{FF2B5EF4-FFF2-40B4-BE49-F238E27FC236}">
                <a16:creationId xmlns:a16="http://schemas.microsoft.com/office/drawing/2014/main" id="{FB529684-05F7-95D9-1851-590B50148214}"/>
              </a:ext>
            </a:extLst>
          </p:cNvPr>
          <p:cNvSpPr/>
          <p:nvPr/>
        </p:nvSpPr>
        <p:spPr>
          <a:xfrm>
            <a:off x="611187" y="6551613"/>
            <a:ext cx="4464051" cy="3956812"/>
          </a:xfrm>
          <a:prstGeom prst="roundRect">
            <a:avLst>
              <a:gd name="adj" fmla="val 12284"/>
            </a:avLst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6" name="Скругленный прямоугольник 5">
            <a:extLst>
              <a:ext uri="{FF2B5EF4-FFF2-40B4-BE49-F238E27FC236}">
                <a16:creationId xmlns:a16="http://schemas.microsoft.com/office/drawing/2014/main" id="{9E855791-80C2-D9FD-E059-B5BBF6DED834}"/>
              </a:ext>
            </a:extLst>
          </p:cNvPr>
          <p:cNvSpPr/>
          <p:nvPr/>
        </p:nvSpPr>
        <p:spPr>
          <a:xfrm>
            <a:off x="5315479" y="6551613"/>
            <a:ext cx="4464051" cy="3956812"/>
          </a:xfrm>
          <a:prstGeom prst="roundRect">
            <a:avLst>
              <a:gd name="adj" fmla="val 12284"/>
            </a:avLst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ADBA74EF-13A2-C541-34F0-E25C8EC7276A}"/>
              </a:ext>
            </a:extLst>
          </p:cNvPr>
          <p:cNvSpPr/>
          <p:nvPr/>
        </p:nvSpPr>
        <p:spPr>
          <a:xfrm>
            <a:off x="10019771" y="6551613"/>
            <a:ext cx="4464051" cy="3956812"/>
          </a:xfrm>
          <a:prstGeom prst="roundRect">
            <a:avLst>
              <a:gd name="adj" fmla="val 12284"/>
            </a:avLst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3E13D2DE-8AC9-23F1-5B32-44EE61CCE645}"/>
              </a:ext>
            </a:extLst>
          </p:cNvPr>
          <p:cNvSpPr/>
          <p:nvPr/>
        </p:nvSpPr>
        <p:spPr>
          <a:xfrm>
            <a:off x="14724064" y="6551613"/>
            <a:ext cx="4464051" cy="3956812"/>
          </a:xfrm>
          <a:prstGeom prst="roundRect">
            <a:avLst>
              <a:gd name="adj" fmla="val 12284"/>
            </a:avLst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3" name="Скругленный прямоугольник 2">
            <a:extLst>
              <a:ext uri="{FF2B5EF4-FFF2-40B4-BE49-F238E27FC236}">
                <a16:creationId xmlns:a16="http://schemas.microsoft.com/office/drawing/2014/main" id="{98509440-1752-17F2-9789-04C10FF531AF}"/>
              </a:ext>
            </a:extLst>
          </p:cNvPr>
          <p:cNvSpPr/>
          <p:nvPr/>
        </p:nvSpPr>
        <p:spPr>
          <a:xfrm>
            <a:off x="611187" y="640525"/>
            <a:ext cx="18576925" cy="5660263"/>
          </a:xfrm>
          <a:prstGeom prst="roundRect">
            <a:avLst>
              <a:gd name="adj" fmla="val 10380"/>
            </a:avLst>
          </a:prstGeom>
          <a:gradFill>
            <a:gsLst>
              <a:gs pos="0">
                <a:schemeClr val="accent1"/>
              </a:gs>
              <a:gs pos="100000">
                <a:srgbClr val="FFE560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577DC0A-8110-AEFD-F640-D39B823E5311}"/>
              </a:ext>
            </a:extLst>
          </p:cNvPr>
          <p:cNvSpPr txBox="1"/>
          <p:nvPr/>
        </p:nvSpPr>
        <p:spPr>
          <a:xfrm>
            <a:off x="1141225" y="1115280"/>
            <a:ext cx="14915683" cy="86562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90000"/>
              </a:lnSpc>
              <a:defRPr sz="6000" b="1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r>
              <a:rPr lang="ru-RU" dirty="0">
                <a:latin typeface="T-Sans" pitchFamily="2" charset="0"/>
                <a:ea typeface="T-Sans" pitchFamily="2" charset="0"/>
              </a:rPr>
              <a:t>Замеры: 3 версии агента</a:t>
            </a:r>
          </a:p>
        </p:txBody>
      </p:sp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466CA688-B606-3151-928E-9E857558A37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41224" y="2777928"/>
            <a:ext cx="720000" cy="720000"/>
          </a:xfrm>
          <a:prstGeom prst="rect">
            <a:avLst/>
          </a:prstGeom>
        </p:spPr>
      </p:pic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FC284747-C521-639D-84EB-DED71C3C6B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816740" y="2777928"/>
            <a:ext cx="720000" cy="720000"/>
          </a:xfrm>
          <a:prstGeom prst="rect">
            <a:avLst/>
          </a:prstGeom>
        </p:spPr>
      </p:pic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C05FD291-95A0-E4F6-EB8D-F2A4072826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72287" y="2777928"/>
            <a:ext cx="720000" cy="720000"/>
          </a:xfrm>
          <a:prstGeom prst="rect">
            <a:avLst/>
          </a:prstGeom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1E1F96F9-7F09-909A-7788-D43183B60E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5214074" y="2777928"/>
            <a:ext cx="720000" cy="720000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D5622E12-BF12-76CC-58BC-A10E5D8CEE0D}"/>
              </a:ext>
            </a:extLst>
          </p:cNvPr>
          <p:cNvSpPr txBox="1"/>
          <p:nvPr/>
        </p:nvSpPr>
        <p:spPr>
          <a:xfrm>
            <a:off x="1141225" y="4378194"/>
            <a:ext cx="3551545" cy="120186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200"/>
              </a:lnSpc>
              <a:defRPr sz="24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pPr>
              <a:lnSpc>
                <a:spcPct val="120000"/>
              </a:lnSpc>
            </a:pPr>
            <a:r>
              <a:rPr lang="ru-RU" sz="2200" dirty="0">
                <a:solidFill>
                  <a:schemeClr val="tx2">
                    <a:lumMod val="50000"/>
                  </a:schemeClr>
                </a:solidFill>
                <a:latin typeface="T-Sans" pitchFamily="2" charset="0"/>
                <a:ea typeface="T-Sans" pitchFamily="2" charset="0"/>
              </a:rPr>
              <a:t>7 поездок разным транспортом и 3 нецелевых запроса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195CA25-ADE0-1782-7D8C-DDF564AC4F2B}"/>
              </a:ext>
            </a:extLst>
          </p:cNvPr>
          <p:cNvSpPr txBox="1"/>
          <p:nvPr/>
        </p:nvSpPr>
        <p:spPr>
          <a:xfrm>
            <a:off x="1141225" y="3773240"/>
            <a:ext cx="3551545" cy="45397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t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800"/>
              </a:lnSpc>
              <a:defRPr sz="32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</a:lstStyle>
          <a:p>
            <a:pPr>
              <a:lnSpc>
                <a:spcPts val="3600"/>
              </a:lnSpc>
            </a:pPr>
            <a:r>
              <a:rPr lang="ru-RU" sz="2800" dirty="0">
                <a:latin typeface="T-Sans Medium" pitchFamily="2" charset="0"/>
                <a:ea typeface="T-Sans" pitchFamily="2" charset="0"/>
              </a:rPr>
              <a:t>Набор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980CF60-1E84-A858-A57B-0207A544F03A}"/>
              </a:ext>
            </a:extLst>
          </p:cNvPr>
          <p:cNvSpPr txBox="1"/>
          <p:nvPr/>
        </p:nvSpPr>
        <p:spPr>
          <a:xfrm>
            <a:off x="5816741" y="4378194"/>
            <a:ext cx="3551545" cy="120186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200"/>
              </a:lnSpc>
              <a:defRPr sz="24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pPr>
              <a:lnSpc>
                <a:spcPct val="120000"/>
              </a:lnSpc>
            </a:pPr>
            <a:r>
              <a:rPr lang="ru-RU" sz="2200" dirty="0">
                <a:solidFill>
                  <a:schemeClr val="tx2">
                    <a:lumMod val="50000"/>
                  </a:schemeClr>
                </a:solidFill>
                <a:latin typeface="T-Sans" pitchFamily="2" charset="0"/>
                <a:ea typeface="T-Sans" pitchFamily="2" charset="0"/>
              </a:rPr>
              <a:t>Верный выбор тулов + доля пройденных проверок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707F1F9-B396-4FD8-5C59-7A162F833BF6}"/>
              </a:ext>
            </a:extLst>
          </p:cNvPr>
          <p:cNvSpPr txBox="1"/>
          <p:nvPr/>
        </p:nvSpPr>
        <p:spPr>
          <a:xfrm>
            <a:off x="5816741" y="3773240"/>
            <a:ext cx="3551545" cy="45397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t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800"/>
              </a:lnSpc>
              <a:defRPr sz="32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</a:lstStyle>
          <a:p>
            <a:pPr>
              <a:lnSpc>
                <a:spcPts val="3600"/>
              </a:lnSpc>
            </a:pPr>
            <a:r>
              <a:rPr lang="ru-RU" sz="2800" dirty="0">
                <a:latin typeface="T-Sans Medium" pitchFamily="2" charset="0"/>
                <a:ea typeface="T-Sans" pitchFamily="2" charset="0"/>
              </a:rPr>
              <a:t>Качество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3AB2940-641C-5E11-809A-067993349E8B}"/>
              </a:ext>
            </a:extLst>
          </p:cNvPr>
          <p:cNvSpPr txBox="1"/>
          <p:nvPr/>
        </p:nvSpPr>
        <p:spPr>
          <a:xfrm>
            <a:off x="10572288" y="4378194"/>
            <a:ext cx="3551545" cy="120186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200"/>
              </a:lnSpc>
              <a:defRPr sz="24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pPr>
              <a:lnSpc>
                <a:spcPct val="120000"/>
              </a:lnSpc>
            </a:pPr>
            <a:r>
              <a:rPr lang="ru-RU" sz="2200" dirty="0">
                <a:solidFill>
                  <a:schemeClr val="tx2">
                    <a:lumMod val="50000"/>
                  </a:schemeClr>
                </a:solidFill>
                <a:latin typeface="T-Sans" pitchFamily="2" charset="0"/>
                <a:ea typeface="T-Sans" pitchFamily="2" charset="0"/>
              </a:rPr>
              <a:t>Токены и $ из ответа OpenRouter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95E499F-EBA7-3462-8998-4F446DB69DD1}"/>
              </a:ext>
            </a:extLst>
          </p:cNvPr>
          <p:cNvSpPr txBox="1"/>
          <p:nvPr/>
        </p:nvSpPr>
        <p:spPr>
          <a:xfrm>
            <a:off x="10572288" y="3773240"/>
            <a:ext cx="3551545" cy="45397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t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800"/>
              </a:lnSpc>
              <a:defRPr sz="32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</a:lstStyle>
          <a:p>
            <a:pPr>
              <a:lnSpc>
                <a:spcPts val="3600"/>
              </a:lnSpc>
            </a:pPr>
            <a:r>
              <a:rPr lang="ru-RU" sz="2800" dirty="0">
                <a:latin typeface="T-Sans Medium" pitchFamily="2" charset="0"/>
                <a:ea typeface="T-Sans" pitchFamily="2" charset="0"/>
              </a:rPr>
              <a:t>Стоимость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B797753-4796-60B3-E4C6-5AFF4F370F6F}"/>
              </a:ext>
            </a:extLst>
          </p:cNvPr>
          <p:cNvSpPr txBox="1"/>
          <p:nvPr/>
        </p:nvSpPr>
        <p:spPr>
          <a:xfrm>
            <a:off x="15225649" y="4378194"/>
            <a:ext cx="3551545" cy="120186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200"/>
              </a:lnSpc>
              <a:defRPr sz="24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pPr>
              <a:lnSpc>
                <a:spcPct val="120000"/>
              </a:lnSpc>
            </a:pPr>
            <a:r>
              <a:rPr lang="ru-RU" sz="2200" dirty="0">
                <a:solidFill>
                  <a:schemeClr val="tx2">
                    <a:lumMod val="50000"/>
                  </a:schemeClr>
                </a:solidFill>
                <a:latin typeface="T-Sans" pitchFamily="2" charset="0"/>
                <a:ea typeface="T-Sans" pitchFamily="2" charset="0"/>
              </a:rPr>
              <a:t>Время от запроса до готового плана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AADE184-6235-6136-C51E-B7E5910B6024}"/>
              </a:ext>
            </a:extLst>
          </p:cNvPr>
          <p:cNvSpPr txBox="1"/>
          <p:nvPr/>
        </p:nvSpPr>
        <p:spPr>
          <a:xfrm>
            <a:off x="15225649" y="3773240"/>
            <a:ext cx="3551545" cy="45397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t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800"/>
              </a:lnSpc>
              <a:defRPr sz="32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</a:lstStyle>
          <a:p>
            <a:pPr>
              <a:lnSpc>
                <a:spcPts val="3600"/>
              </a:lnSpc>
            </a:pPr>
            <a:r>
              <a:rPr lang="ru-RU" sz="2800" dirty="0">
                <a:latin typeface="T-Sans Medium" pitchFamily="2" charset="0"/>
                <a:ea typeface="T-Sans" pitchFamily="2" charset="0"/>
              </a:rPr>
              <a:t>Скорость</a:t>
            </a:r>
          </a:p>
        </p:txBody>
      </p:sp>
      <p:sp>
        <p:nvSpPr>
          <p:cNvPr id="28" name="Скругленный прямоугольник 27">
            <a:extLst>
              <a:ext uri="{FF2B5EF4-FFF2-40B4-BE49-F238E27FC236}">
                <a16:creationId xmlns:a16="http://schemas.microsoft.com/office/drawing/2014/main" id="{704D5FBB-382D-7D48-7B9A-47187059D814}"/>
              </a:ext>
            </a:extLst>
          </p:cNvPr>
          <p:cNvSpPr/>
          <p:nvPr/>
        </p:nvSpPr>
        <p:spPr>
          <a:xfrm>
            <a:off x="905256" y="6871438"/>
            <a:ext cx="2377440" cy="598308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44000" tIns="45719" rIns="144000" bIns="45719" numCol="1" spcCol="38100" rtlCol="0" anchor="ctr">
            <a:noAutofit/>
          </a:bodyPr>
          <a:lstStyle/>
          <a:p>
            <a:pPr defTabSz="457200"/>
            <a:r>
              <a:rPr lang="ru-RU" sz="2200" dirty="0">
                <a:solidFill>
                  <a:schemeClr val="tx2">
                    <a:lumMod val="50000"/>
                  </a:schemeClr>
                </a:solidFill>
                <a:latin typeface="T-Sans Medium" pitchFamily="2" charset="0"/>
                <a:ea typeface="T-Sans" pitchFamily="2" charset="0"/>
              </a:rPr>
              <a:t>Качество</a:t>
            </a:r>
          </a:p>
        </p:txBody>
      </p:sp>
      <p:sp>
        <p:nvSpPr>
          <p:cNvPr id="29" name="Скругленный прямоугольник 28">
            <a:extLst>
              <a:ext uri="{FF2B5EF4-FFF2-40B4-BE49-F238E27FC236}">
                <a16:creationId xmlns:a16="http://schemas.microsoft.com/office/drawing/2014/main" id="{5264E601-7681-4A55-2E2D-80B8C802819A}"/>
              </a:ext>
            </a:extLst>
          </p:cNvPr>
          <p:cNvSpPr/>
          <p:nvPr/>
        </p:nvSpPr>
        <p:spPr>
          <a:xfrm>
            <a:off x="5593019" y="6871438"/>
            <a:ext cx="2377440" cy="598308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44000" tIns="45719" rIns="144000" bIns="45719" numCol="1" spcCol="38100" rtlCol="0" anchor="ctr">
            <a:noAutofit/>
          </a:bodyPr>
          <a:lstStyle/>
          <a:p>
            <a:pPr defTabSz="457200"/>
            <a:r>
              <a:rPr lang="ru-RU" sz="2200" dirty="0">
                <a:solidFill>
                  <a:schemeClr val="tx2">
                    <a:lumMod val="50000"/>
                  </a:schemeClr>
                </a:solidFill>
                <a:latin typeface="T-Sans Medium" pitchFamily="2" charset="0"/>
                <a:ea typeface="T-Sans" pitchFamily="2" charset="0"/>
              </a:rPr>
              <a:t>Сходятся</a:t>
            </a:r>
          </a:p>
        </p:txBody>
      </p:sp>
      <p:sp>
        <p:nvSpPr>
          <p:cNvPr id="31" name="Скругленный прямоугольник 30">
            <a:extLst>
              <a:ext uri="{FF2B5EF4-FFF2-40B4-BE49-F238E27FC236}">
                <a16:creationId xmlns:a16="http://schemas.microsoft.com/office/drawing/2014/main" id="{E9F545F1-706C-4FD8-7AD4-9918A2ED3ECF}"/>
              </a:ext>
            </a:extLst>
          </p:cNvPr>
          <p:cNvSpPr/>
          <p:nvPr/>
        </p:nvSpPr>
        <p:spPr>
          <a:xfrm>
            <a:off x="10330406" y="6871438"/>
            <a:ext cx="2377440" cy="598308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44000" tIns="45719" rIns="144000" bIns="45719" numCol="1" spcCol="38100" rtlCol="0" anchor="ctr">
            <a:noAutofit/>
          </a:bodyPr>
          <a:lstStyle/>
          <a:p>
            <a:pPr defTabSz="457200"/>
            <a:r>
              <a:rPr lang="ru-RU" sz="2200" dirty="0">
                <a:solidFill>
                  <a:schemeClr val="tx2">
                    <a:lumMod val="50000"/>
                  </a:schemeClr>
                </a:solidFill>
                <a:latin typeface="T-Sans Medium" pitchFamily="2" charset="0"/>
                <a:ea typeface="T-Sans" pitchFamily="2" charset="0"/>
              </a:rPr>
              <a:t>Токены</a:t>
            </a:r>
          </a:p>
        </p:txBody>
      </p:sp>
      <p:sp>
        <p:nvSpPr>
          <p:cNvPr id="32" name="Скругленный прямоугольник 31">
            <a:extLst>
              <a:ext uri="{FF2B5EF4-FFF2-40B4-BE49-F238E27FC236}">
                <a16:creationId xmlns:a16="http://schemas.microsoft.com/office/drawing/2014/main" id="{808672C8-A9B7-369A-59B1-CFB49980C320}"/>
              </a:ext>
            </a:extLst>
          </p:cNvPr>
          <p:cNvSpPr/>
          <p:nvPr/>
        </p:nvSpPr>
        <p:spPr>
          <a:xfrm>
            <a:off x="15005924" y="6871438"/>
            <a:ext cx="2377440" cy="598308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44000" tIns="45719" rIns="144000" bIns="45719" numCol="1" spcCol="38100" rtlCol="0" anchor="ctr">
            <a:noAutofit/>
          </a:bodyPr>
          <a:lstStyle/>
          <a:p>
            <a:pPr defTabSz="457200"/>
            <a:r>
              <a:rPr lang="ru-RU" sz="2200" dirty="0">
                <a:solidFill>
                  <a:schemeClr val="tx2">
                    <a:lumMod val="50000"/>
                  </a:schemeClr>
                </a:solidFill>
                <a:latin typeface="T-Sans Medium" pitchFamily="2" charset="0"/>
                <a:ea typeface="T-Sans" pitchFamily="2" charset="0"/>
              </a:rPr>
              <a:t>Цена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9AA7E33-136C-71CE-A762-38E46E379854}"/>
              </a:ext>
            </a:extLst>
          </p:cNvPr>
          <p:cNvSpPr txBox="1"/>
          <p:nvPr/>
        </p:nvSpPr>
        <p:spPr>
          <a:xfrm>
            <a:off x="1141225" y="9203646"/>
            <a:ext cx="3551545" cy="79560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200"/>
              </a:lnSpc>
              <a:defRPr sz="24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pPr>
              <a:lnSpc>
                <a:spcPct val="120000"/>
              </a:lnSpc>
            </a:pPr>
            <a:r>
              <a:rPr lang="ru-RU" sz="2200" dirty="0">
                <a:solidFill>
                  <a:schemeClr val="tx2">
                    <a:lumMod val="50000"/>
                  </a:schemeClr>
                </a:solidFill>
                <a:latin typeface="T-Sans" pitchFamily="2" charset="0"/>
                <a:ea typeface="T-Sans" pitchFamily="2" charset="0"/>
              </a:rPr>
              <a:t>было 0.64 у бейзлайна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75A0414-7AA6-2371-C6AE-72CCB51C9F1B}"/>
              </a:ext>
            </a:extLst>
          </p:cNvPr>
          <p:cNvSpPr txBox="1"/>
          <p:nvPr/>
        </p:nvSpPr>
        <p:spPr>
          <a:xfrm>
            <a:off x="1141225" y="8382196"/>
            <a:ext cx="3566160" cy="83099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t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800"/>
              </a:lnSpc>
              <a:defRPr sz="32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</a:lstStyle>
          <a:p>
            <a:pPr>
              <a:lnSpc>
                <a:spcPct val="100000"/>
              </a:lnSpc>
            </a:pPr>
            <a:r>
              <a:rPr lang="ru-RU" sz="5400" dirty="0">
                <a:latin typeface="T-Sans Medium" pitchFamily="2" charset="0"/>
                <a:ea typeface="T-Sans" pitchFamily="2" charset="0"/>
              </a:rPr>
              <a:t>1.00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1149031-81D8-06C6-ED2F-4F61477E60FE}"/>
              </a:ext>
            </a:extLst>
          </p:cNvPr>
          <p:cNvSpPr txBox="1"/>
          <p:nvPr/>
        </p:nvSpPr>
        <p:spPr>
          <a:xfrm>
            <a:off x="5817398" y="9203646"/>
            <a:ext cx="3551545" cy="79560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200"/>
              </a:lnSpc>
              <a:defRPr sz="24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pPr>
              <a:lnSpc>
                <a:spcPct val="120000"/>
              </a:lnSpc>
            </a:pPr>
            <a:r>
              <a:rPr lang="ru-RU" sz="2200" dirty="0">
                <a:solidFill>
                  <a:schemeClr val="tx2">
                    <a:lumMod val="50000"/>
                  </a:schemeClr>
                </a:solidFill>
                <a:latin typeface="T-Sans" pitchFamily="2" charset="0"/>
                <a:ea typeface="T-Sans" pitchFamily="2" charset="0"/>
              </a:rPr>
              <a:t>планов, было 43%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AF9E959-230B-44AF-1F03-35F688B6B84E}"/>
              </a:ext>
            </a:extLst>
          </p:cNvPr>
          <p:cNvSpPr txBox="1"/>
          <p:nvPr/>
        </p:nvSpPr>
        <p:spPr>
          <a:xfrm>
            <a:off x="5817398" y="8382196"/>
            <a:ext cx="3566160" cy="83099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t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800"/>
              </a:lnSpc>
              <a:defRPr sz="32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</a:lstStyle>
          <a:p>
            <a:pPr>
              <a:lnSpc>
                <a:spcPct val="100000"/>
              </a:lnSpc>
            </a:pPr>
            <a:r>
              <a:rPr lang="ru-RU" sz="5400" dirty="0">
                <a:latin typeface="T-Sans Medium" pitchFamily="2" charset="0"/>
                <a:ea typeface="T-Sans" pitchFamily="2" charset="0"/>
              </a:rPr>
              <a:t>100%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7F98FDA-3821-37DC-6346-E1721FDD0987}"/>
              </a:ext>
            </a:extLst>
          </p:cNvPr>
          <p:cNvSpPr txBox="1"/>
          <p:nvPr/>
        </p:nvSpPr>
        <p:spPr>
          <a:xfrm>
            <a:off x="10573250" y="9203646"/>
            <a:ext cx="3551545" cy="79560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200"/>
              </a:lnSpc>
              <a:defRPr sz="24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pPr>
              <a:lnSpc>
                <a:spcPct val="120000"/>
              </a:lnSpc>
            </a:pPr>
            <a:r>
              <a:rPr lang="ru-RU" sz="2200" dirty="0">
                <a:solidFill>
                  <a:schemeClr val="tx2">
                    <a:lumMod val="50000"/>
                  </a:schemeClr>
                </a:solidFill>
                <a:latin typeface="T-Sans" pitchFamily="2" charset="0"/>
                <a:ea typeface="T-Sans" pitchFamily="2" charset="0"/>
              </a:rPr>
              <a:t>87 тыс. → 32 тыс. на запрос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F6D4232-C9D5-4564-AD19-6C317E8B06C6}"/>
              </a:ext>
            </a:extLst>
          </p:cNvPr>
          <p:cNvSpPr txBox="1"/>
          <p:nvPr/>
        </p:nvSpPr>
        <p:spPr>
          <a:xfrm>
            <a:off x="10573250" y="8382196"/>
            <a:ext cx="3566160" cy="83099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t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800"/>
              </a:lnSpc>
              <a:defRPr sz="32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</a:lstStyle>
          <a:p>
            <a:pPr>
              <a:lnSpc>
                <a:spcPct val="100000"/>
              </a:lnSpc>
            </a:pPr>
            <a:r>
              <a:rPr lang="ru-RU" sz="5400" dirty="0">
                <a:latin typeface="T-Sans Medium" pitchFamily="2" charset="0"/>
                <a:ea typeface="T-Sans" pitchFamily="2" charset="0"/>
              </a:rPr>
              <a:t>−63%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26F54EC-C6E2-D11F-EA03-5F4FE72EA6F7}"/>
              </a:ext>
            </a:extLst>
          </p:cNvPr>
          <p:cNvSpPr txBox="1"/>
          <p:nvPr/>
        </p:nvSpPr>
        <p:spPr>
          <a:xfrm>
            <a:off x="15225649" y="9203646"/>
            <a:ext cx="3551545" cy="79560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200"/>
              </a:lnSpc>
              <a:defRPr sz="24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pPr>
              <a:lnSpc>
                <a:spcPct val="120000"/>
              </a:lnSpc>
            </a:pPr>
            <a:r>
              <a:rPr lang="ru-RU" sz="2200" dirty="0">
                <a:solidFill>
                  <a:schemeClr val="tx2">
                    <a:lumMod val="50000"/>
                  </a:schemeClr>
                </a:solidFill>
                <a:latin typeface="T-Sans" pitchFamily="2" charset="0"/>
                <a:ea typeface="T-Sans" pitchFamily="2" charset="0"/>
              </a:rPr>
              <a:t>за запрос на DeepSeek V4.1 Flash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762B8AE-2A70-442C-3170-4F0AF533EE7B}"/>
              </a:ext>
            </a:extLst>
          </p:cNvPr>
          <p:cNvSpPr txBox="1"/>
          <p:nvPr/>
        </p:nvSpPr>
        <p:spPr>
          <a:xfrm>
            <a:off x="15225649" y="8382196"/>
            <a:ext cx="3566160" cy="83099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t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800"/>
              </a:lnSpc>
              <a:defRPr sz="32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</a:lstStyle>
          <a:p>
            <a:pPr>
              <a:lnSpc>
                <a:spcPct val="100000"/>
              </a:lnSpc>
            </a:pPr>
            <a:r>
              <a:rPr lang="ru-RU" sz="5400" dirty="0">
                <a:latin typeface="T-Sans Medium" pitchFamily="2" charset="0"/>
                <a:ea typeface="T-Sans" pitchFamily="2" charset="0"/>
              </a:rPr>
              <a:t>$0.005</a:t>
            </a:r>
          </a:p>
        </p:txBody>
      </p:sp>
      <p:sp>
        <p:nvSpPr>
          <p:cNvPr id="2" name="Номер слайда">
            <a:extLst>
              <a:ext uri="{FF2B5EF4-FFF2-40B4-BE49-F238E27FC236}">
                <a16:creationId xmlns:a16="http://schemas.microsoft.com/office/drawing/2014/main" id="{CE1B5372-CB3D-D524-7B38-4E4C8C47FA44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smtClean="0"/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32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31209889"/>
      </p:ext>
    </p:extLst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A485897-DF82-1228-4851-4C697F32085C}"/>
              </a:ext>
            </a:extLst>
          </p:cNvPr>
          <p:cNvSpPr txBox="1"/>
          <p:nvPr/>
        </p:nvSpPr>
        <p:spPr>
          <a:xfrm>
            <a:off x="1775009" y="4533816"/>
            <a:ext cx="9282990" cy="646330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0" tIns="0" rIns="0" bIns="0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ru-RU" sz="42000" b="1" u="none" strike="noStrike" cap="none" spc="0" normalizeH="0" baseline="0" dirty="0">
                <a:ln>
                  <a:noFill/>
                </a:ln>
                <a:solidFill>
                  <a:schemeClr val="accent1"/>
                </a:solidFill>
                <a:effectLst/>
                <a:uFillTx/>
                <a:latin typeface="T-Sans" pitchFamily="2" charset="0"/>
                <a:ea typeface="T-Sans" pitchFamily="2" charset="0"/>
                <a:sym typeface="Tinkoff Sans"/>
              </a:rPr>
              <a:t>3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9634FC1-D04E-9558-8693-B584309CF57A}"/>
              </a:ext>
            </a:extLst>
          </p:cNvPr>
          <p:cNvSpPr txBox="1"/>
          <p:nvPr/>
        </p:nvSpPr>
        <p:spPr>
          <a:xfrm>
            <a:off x="1906587" y="1692651"/>
            <a:ext cx="11576937" cy="139653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algn="ctr">
              <a:lnSpc>
                <a:spcPts val="6600"/>
              </a:lnSpc>
              <a:defRPr sz="6000" b="1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pPr algn="l">
              <a:lnSpc>
                <a:spcPts val="5400"/>
              </a:lnSpc>
            </a:pPr>
            <a:r>
              <a:rPr lang="ru-RU" sz="4800" dirty="0">
                <a:solidFill>
                  <a:schemeClr val="accent6"/>
                </a:solidFill>
                <a:latin typeface="T-Sans" pitchFamily="2" charset="0"/>
                <a:ea typeface="T-Sans" pitchFamily="2" charset="0"/>
              </a:rPr>
              <a:t>Замеры нашли настоящие баги агента — все исправлены в финальной версии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A23AF48-EC18-830E-7E13-4A8019A8167E}"/>
              </a:ext>
            </a:extLst>
          </p:cNvPr>
          <p:cNvSpPr txBox="1"/>
          <p:nvPr/>
        </p:nvSpPr>
        <p:spPr>
          <a:xfrm>
            <a:off x="12769074" y="7655450"/>
            <a:ext cx="5498259" cy="174817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b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4200"/>
              </a:lnSpc>
              <a:defRPr sz="3200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pPr>
              <a:lnSpc>
                <a:spcPct val="120000"/>
              </a:lnSpc>
              <a:spcAft>
                <a:spcPts val="1800"/>
              </a:spcAft>
            </a:pPr>
            <a:r>
              <a:rPr lang="ru-RU" dirty="0">
                <a:solidFill>
                  <a:schemeClr val="accent6"/>
                </a:solidFill>
                <a:latin typeface="T-Sans" pitchFamily="2" charset="0"/>
                <a:ea typeface="T-Sans" pitchFamily="2" charset="0"/>
              </a:rPr>
              <a:t>Длинный план обрезался по лимиту токенов</a:t>
            </a:r>
          </a:p>
          <a:p>
            <a:pPr>
              <a:lnSpc>
                <a:spcPct val="120000"/>
              </a:lnSpc>
              <a:spcAft>
                <a:spcPts val="1800"/>
              </a:spcAft>
            </a:pPr>
            <a:r>
              <a:rPr lang="ru-RU" dirty="0">
                <a:solidFill>
                  <a:schemeClr val="accent6"/>
                </a:solidFill>
                <a:latin typeface="T-Sans" pitchFamily="2" charset="0"/>
                <a:ea typeface="T-Sans" pitchFamily="2" charset="0"/>
              </a:rPr>
              <a:t>Модель присылала дни строкой, а не списком</a:t>
            </a:r>
          </a:p>
          <a:p>
            <a:pPr>
              <a:lnSpc>
                <a:spcPct val="120000"/>
              </a:lnSpc>
              <a:spcAft>
                <a:spcPts val="1800"/>
              </a:spcAft>
            </a:pPr>
            <a:r>
              <a:rPr lang="ru-RU" dirty="0">
                <a:solidFill>
                  <a:schemeClr val="accent6"/>
                </a:solidFill>
                <a:latin typeface="T-Sans" pitchFamily="2" charset="0"/>
                <a:ea typeface="T-Sans" pitchFamily="2" charset="0"/>
              </a:rPr>
              <a:t>На невыполнимом запросе агент ходил по кругу</a:t>
            </a:r>
          </a:p>
        </p:txBody>
      </p:sp>
      <p:sp>
        <p:nvSpPr>
          <p:cNvPr id="2" name="Номер слайда">
            <a:extLst>
              <a:ext uri="{FF2B5EF4-FFF2-40B4-BE49-F238E27FC236}">
                <a16:creationId xmlns:a16="http://schemas.microsoft.com/office/drawing/2014/main" id="{604B8229-3FC4-73EC-7B51-D9C84F386E83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smtClean="0"/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21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083367031"/>
      </p:ext>
    </p:extLst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2544A1AB-F894-6E17-9A54-11A6BB2CE19E}"/>
              </a:ext>
            </a:extLst>
          </p:cNvPr>
          <p:cNvSpPr txBox="1"/>
          <p:nvPr/>
        </p:nvSpPr>
        <p:spPr>
          <a:xfrm>
            <a:off x="3497579" y="540126"/>
            <a:ext cx="12801600" cy="86562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90000"/>
              </a:lnSpc>
              <a:defRPr sz="6000" b="1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pPr algn="ctr"/>
            <a:r>
              <a:rPr lang="ru-RU" dirty="0">
                <a:latin typeface="T-Sans" pitchFamily="2" charset="0"/>
                <a:ea typeface="T-Sans" pitchFamily="2" charset="0"/>
              </a:rPr>
              <a:t>Наша команда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578F01F-8A0F-486F-1811-6DCEFD439682}"/>
              </a:ext>
            </a:extLst>
          </p:cNvPr>
          <p:cNvSpPr txBox="1"/>
          <p:nvPr/>
        </p:nvSpPr>
        <p:spPr>
          <a:xfrm>
            <a:off x="2125979" y="1674689"/>
            <a:ext cx="15544800" cy="86793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120000"/>
              </a:lnSpc>
              <a:defRPr sz="2400">
                <a:solidFill>
                  <a:schemeClr val="tx2">
                    <a:lumMod val="75000"/>
                  </a:schemeClr>
                </a:solidFill>
                <a:latin typeface="Tinkoff Sans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pPr algn="ctr"/>
            <a:r>
              <a:rPr lang="ru-RU" dirty="0">
                <a:solidFill>
                  <a:srgbClr val="333333"/>
                </a:solidFill>
                <a:latin typeface="T-Sans" pitchFamily="2" charset="0"/>
                <a:ea typeface="T-Sans" pitchFamily="2" charset="0"/>
              </a:rPr>
              <a:t>Семь участников: люди и AI-агенты, у каждого своя зона ответственности</a:t>
            </a:r>
          </a:p>
        </p:txBody>
      </p:sp>
      <p:grpSp>
        <p:nvGrpSpPr>
          <p:cNvPr id="11" name="Группа 10">
            <a:extLst>
              <a:ext uri="{FF2B5EF4-FFF2-40B4-BE49-F238E27FC236}">
                <a16:creationId xmlns:a16="http://schemas.microsoft.com/office/drawing/2014/main" id="{DFB8DE07-9E53-3A5F-2F53-B4D409294F84}"/>
              </a:ext>
            </a:extLst>
          </p:cNvPr>
          <p:cNvGrpSpPr/>
          <p:nvPr/>
        </p:nvGrpSpPr>
        <p:grpSpPr>
          <a:xfrm>
            <a:off x="1467734" y="5989415"/>
            <a:ext cx="2189266" cy="1338828"/>
            <a:chOff x="12891895" y="3617936"/>
            <a:chExt cx="2189266" cy="1338828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3B64CE5C-66EF-DE85-B2BA-C89923F206E3}"/>
                </a:ext>
              </a:extLst>
            </p:cNvPr>
            <p:cNvSpPr txBox="1"/>
            <p:nvPr/>
          </p:nvSpPr>
          <p:spPr>
            <a:xfrm>
              <a:off x="12891896" y="3617936"/>
              <a:ext cx="2189265" cy="92333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t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ts val="3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kumimoji="0" lang="ru-RU" sz="2600" u="none" strike="noStrike" cap="none" spc="0" normalizeH="0" baseline="0" dirty="0">
                  <a:ln>
                    <a:noFill/>
                  </a:ln>
                  <a:solidFill>
                    <a:srgbClr val="333333"/>
                  </a:solidFill>
                  <a:effectLst/>
                  <a:uFillTx/>
                  <a:latin typeface="T-Sans Medium" pitchFamily="2" charset="0"/>
                  <a:ea typeface="T-Sans" pitchFamily="2" charset="0"/>
                  <a:sym typeface="Tinkoff Sans"/>
                </a:rPr>
                <a:t>Саша</a:t>
              </a:r>
            </a:p>
            <a:p>
              <a:pPr marL="0" marR="0" indent="0" algn="l" defTabSz="457200" rtl="0" fontAlgn="auto" latinLnBrk="0" hangingPunct="0">
                <a:lnSpc>
                  <a:spcPts val="3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lang="ru-RU" sz="2600" dirty="0">
                  <a:solidFill>
                    <a:srgbClr val="333333"/>
                  </a:solidFill>
                  <a:latin typeface="T-Sans Medium" pitchFamily="2" charset="0"/>
                  <a:ea typeface="T-Sans" pitchFamily="2" charset="0"/>
                </a:rPr>
                <a:t>Дё</a:t>
              </a:r>
              <a:endParaRPr kumimoji="0" lang="ru-RU" sz="3000" u="none" strike="noStrike" cap="none" spc="0" normalizeH="0" baseline="0" dirty="0">
                <a:ln>
                  <a:noFill/>
                </a:ln>
                <a:solidFill>
                  <a:srgbClr val="333333"/>
                </a:solidFill>
                <a:effectLst/>
                <a:uFillTx/>
                <a:latin typeface="T-Sans Medium" pitchFamily="2" charset="0"/>
                <a:ea typeface="T-Sans" pitchFamily="2" charset="0"/>
                <a:sym typeface="Tinkoff Sans"/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A6E0C206-9419-8B84-11B9-235A309B3368}"/>
                </a:ext>
              </a:extLst>
            </p:cNvPr>
            <p:cNvSpPr txBox="1"/>
            <p:nvPr/>
          </p:nvSpPr>
          <p:spPr>
            <a:xfrm>
              <a:off x="12891895" y="4602821"/>
              <a:ext cx="2189265" cy="35394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 lIns="0" tIns="0" rIns="0" bIns="0">
              <a:spAutoFit/>
            </a:bodyPr>
            <a:lstStyle>
              <a:defPPr marL="0" marR="0" indent="0" algn="l" defTabSz="900060" rtl="0" fontAlgn="auto" latinLnBrk="1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kumimoji="0" sz="1773" b="0" i="0" u="none" strike="noStrike" cap="none" spc="0" normalizeH="0" baseline="0">
                  <a:ln>
                    <a:noFill/>
                  </a:ln>
                  <a:solidFill>
                    <a:srgbClr val="000000"/>
                  </a:solidFill>
                  <a:effectLst/>
                  <a:uFillTx/>
                </a:defRPr>
              </a:defPPr>
              <a:lvl1pPr>
                <a:lnSpc>
                  <a:spcPct val="120000"/>
                </a:lnSpc>
                <a:defRPr sz="2400">
                  <a:solidFill>
                    <a:schemeClr val="tx2">
                      <a:lumMod val="75000"/>
                    </a:schemeClr>
                  </a:solidFill>
                  <a:latin typeface="Tinkoff Sans" panose="02000506050000020004" pitchFamily="2" charset="0"/>
                </a:defRPr>
              </a:lvl1pPr>
              <a:lvl2pPr marL="1199924" indent="-445133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2pPr>
              <a:lvl3pPr marL="2035650" indent="-52606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3pPr>
              <a:lvl4pPr marL="2863001" indent="-59862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4pPr>
              <a:lvl5pPr marL="3617794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5pPr>
              <a:lvl6pPr marL="4372585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6pPr>
              <a:lvl7pPr marL="5127377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7pPr>
              <a:lvl8pPr marL="5882168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8pPr>
              <a:lvl9pPr marL="6636960" indent="-59862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9pPr>
            </a:lstStyle>
            <a:p>
              <a:r>
                <a:rPr lang="ru-RU" sz="1600" dirty="0">
                  <a:latin typeface="T-Sans" pitchFamily="2" charset="0"/>
                  <a:ea typeface="T-Sans" pitchFamily="2" charset="0"/>
                </a:rPr>
                <a:t>Backend developer</a:t>
              </a:r>
            </a:p>
          </p:txBody>
        </p:sp>
      </p:grpSp>
      <p:grpSp>
        <p:nvGrpSpPr>
          <p:cNvPr id="13" name="Группа 12">
            <a:extLst>
              <a:ext uri="{FF2B5EF4-FFF2-40B4-BE49-F238E27FC236}">
                <a16:creationId xmlns:a16="http://schemas.microsoft.com/office/drawing/2014/main" id="{DFD05BE5-6B6C-45D3-45C2-C60983B8EDC4}"/>
              </a:ext>
            </a:extLst>
          </p:cNvPr>
          <p:cNvGrpSpPr/>
          <p:nvPr/>
        </p:nvGrpSpPr>
        <p:grpSpPr>
          <a:xfrm>
            <a:off x="8178023" y="5989415"/>
            <a:ext cx="2189266" cy="1338828"/>
            <a:chOff x="12891895" y="3617936"/>
            <a:chExt cx="2189266" cy="1338828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534920DD-BE5D-F6E2-F00D-8A2A3A7C9EC5}"/>
                </a:ext>
              </a:extLst>
            </p:cNvPr>
            <p:cNvSpPr txBox="1"/>
            <p:nvPr/>
          </p:nvSpPr>
          <p:spPr>
            <a:xfrm>
              <a:off x="12891896" y="3617936"/>
              <a:ext cx="2189265" cy="92333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t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ts val="3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kumimoji="0" lang="ru-RU" sz="2600" u="none" strike="noStrike" cap="none" spc="0" normalizeH="0" baseline="0" dirty="0">
                  <a:ln>
                    <a:noFill/>
                  </a:ln>
                  <a:solidFill>
                    <a:srgbClr val="333333"/>
                  </a:solidFill>
                  <a:effectLst/>
                  <a:uFillTx/>
                  <a:latin typeface="T-Sans Medium" pitchFamily="2" charset="0"/>
                  <a:ea typeface="T-Sans" pitchFamily="2" charset="0"/>
                  <a:sym typeface="Tinkoff Sans"/>
                </a:rPr>
                <a:t>Глеб</a:t>
              </a:r>
            </a:p>
            <a:p>
              <a:pPr marL="0" marR="0" indent="0" algn="l" defTabSz="457200" rtl="0" fontAlgn="auto" latinLnBrk="0" hangingPunct="0">
                <a:lnSpc>
                  <a:spcPts val="3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lang="ru-RU" sz="2600" dirty="0">
                  <a:solidFill>
                    <a:srgbClr val="333333"/>
                  </a:solidFill>
                  <a:latin typeface="T-Sans Medium" pitchFamily="2" charset="0"/>
                  <a:ea typeface="T-Sans" pitchFamily="2" charset="0"/>
                </a:rPr>
                <a:t>Бессолицин</a:t>
              </a:r>
              <a:endParaRPr kumimoji="0" lang="ru-RU" sz="3000" u="none" strike="noStrike" cap="none" spc="0" normalizeH="0" baseline="0" dirty="0">
                <a:ln>
                  <a:noFill/>
                </a:ln>
                <a:solidFill>
                  <a:srgbClr val="333333"/>
                </a:solidFill>
                <a:effectLst/>
                <a:uFillTx/>
                <a:latin typeface="T-Sans Medium" pitchFamily="2" charset="0"/>
                <a:ea typeface="T-Sans" pitchFamily="2" charset="0"/>
                <a:sym typeface="Tinkoff Sans"/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4B845913-A1E8-A41C-704B-0FDFD639A1D5}"/>
                </a:ext>
              </a:extLst>
            </p:cNvPr>
            <p:cNvSpPr txBox="1"/>
            <p:nvPr/>
          </p:nvSpPr>
          <p:spPr>
            <a:xfrm>
              <a:off x="12891895" y="4602821"/>
              <a:ext cx="2189265" cy="35394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 lIns="0" tIns="0" rIns="0" bIns="0">
              <a:spAutoFit/>
            </a:bodyPr>
            <a:lstStyle>
              <a:defPPr marL="0" marR="0" indent="0" algn="l" defTabSz="900060" rtl="0" fontAlgn="auto" latinLnBrk="1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kumimoji="0" sz="1773" b="0" i="0" u="none" strike="noStrike" cap="none" spc="0" normalizeH="0" baseline="0">
                  <a:ln>
                    <a:noFill/>
                  </a:ln>
                  <a:solidFill>
                    <a:srgbClr val="000000"/>
                  </a:solidFill>
                  <a:effectLst/>
                  <a:uFillTx/>
                </a:defRPr>
              </a:defPPr>
              <a:lvl1pPr>
                <a:lnSpc>
                  <a:spcPct val="120000"/>
                </a:lnSpc>
                <a:defRPr sz="2400">
                  <a:solidFill>
                    <a:schemeClr val="tx2">
                      <a:lumMod val="75000"/>
                    </a:schemeClr>
                  </a:solidFill>
                  <a:latin typeface="Tinkoff Sans" panose="02000506050000020004" pitchFamily="2" charset="0"/>
                </a:defRPr>
              </a:lvl1pPr>
              <a:lvl2pPr marL="1199924" indent="-445133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2pPr>
              <a:lvl3pPr marL="2035650" indent="-52606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3pPr>
              <a:lvl4pPr marL="2863001" indent="-59862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4pPr>
              <a:lvl5pPr marL="3617794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5pPr>
              <a:lvl6pPr marL="4372585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6pPr>
              <a:lvl7pPr marL="5127377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7pPr>
              <a:lvl8pPr marL="5882168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8pPr>
              <a:lvl9pPr marL="6636960" indent="-59862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9pPr>
            </a:lstStyle>
            <a:p>
              <a:r>
                <a:rPr lang="ru-RU" sz="1600" dirty="0">
                  <a:latin typeface="T-Sans" pitchFamily="2" charset="0"/>
                  <a:ea typeface="T-Sans" pitchFamily="2" charset="0"/>
                </a:rPr>
                <a:t>Backend developer</a:t>
              </a:r>
            </a:p>
          </p:txBody>
        </p:sp>
      </p:grpSp>
      <p:grpSp>
        <p:nvGrpSpPr>
          <p:cNvPr id="18" name="Группа 17">
            <a:extLst>
              <a:ext uri="{FF2B5EF4-FFF2-40B4-BE49-F238E27FC236}">
                <a16:creationId xmlns:a16="http://schemas.microsoft.com/office/drawing/2014/main" id="{09193ACC-BA48-ED3A-B1E3-7D3A941FE873}"/>
              </a:ext>
            </a:extLst>
          </p:cNvPr>
          <p:cNvGrpSpPr/>
          <p:nvPr/>
        </p:nvGrpSpPr>
        <p:grpSpPr>
          <a:xfrm>
            <a:off x="14888313" y="5989415"/>
            <a:ext cx="2189266" cy="1338828"/>
            <a:chOff x="12891895" y="3617936"/>
            <a:chExt cx="2189266" cy="1338828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2F4C4C9A-363B-37CD-A168-5DFBA6FE8C9E}"/>
                </a:ext>
              </a:extLst>
            </p:cNvPr>
            <p:cNvSpPr txBox="1"/>
            <p:nvPr/>
          </p:nvSpPr>
          <p:spPr>
            <a:xfrm>
              <a:off x="12891896" y="3617936"/>
              <a:ext cx="2189265" cy="92333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t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ts val="3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kumimoji="0" lang="ru-RU" sz="2600" u="none" strike="noStrike" cap="none" spc="0" normalizeH="0" baseline="0" dirty="0">
                  <a:ln>
                    <a:noFill/>
                  </a:ln>
                  <a:solidFill>
                    <a:srgbClr val="333333"/>
                  </a:solidFill>
                  <a:effectLst/>
                  <a:uFillTx/>
                  <a:latin typeface="T-Sans Medium" pitchFamily="2" charset="0"/>
                  <a:ea typeface="T-Sans" pitchFamily="2" charset="0"/>
                  <a:sym typeface="Tinkoff Sans"/>
                </a:rPr>
                <a:t>Анфиса</a:t>
              </a:r>
            </a:p>
            <a:p>
              <a:pPr marL="0" marR="0" indent="0" algn="l" defTabSz="457200" rtl="0" fontAlgn="auto" latinLnBrk="0" hangingPunct="0">
                <a:lnSpc>
                  <a:spcPts val="3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lang="ru-RU" sz="2600" dirty="0">
                  <a:solidFill>
                    <a:srgbClr val="333333"/>
                  </a:solidFill>
                  <a:latin typeface="T-Sans Medium" pitchFamily="2" charset="0"/>
                  <a:ea typeface="T-Sans" pitchFamily="2" charset="0"/>
                </a:rPr>
                <a:t>Кирсанова</a:t>
              </a:r>
              <a:endParaRPr kumimoji="0" lang="ru-RU" sz="3000" u="none" strike="noStrike" cap="none" spc="0" normalizeH="0" baseline="0" dirty="0">
                <a:ln>
                  <a:noFill/>
                </a:ln>
                <a:solidFill>
                  <a:srgbClr val="333333"/>
                </a:solidFill>
                <a:effectLst/>
                <a:uFillTx/>
                <a:latin typeface="T-Sans Medium" pitchFamily="2" charset="0"/>
                <a:ea typeface="T-Sans" pitchFamily="2" charset="0"/>
                <a:sym typeface="Tinkoff Sans"/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6111573D-B3B6-6256-9B8D-CB6019D73A53}"/>
                </a:ext>
              </a:extLst>
            </p:cNvPr>
            <p:cNvSpPr txBox="1"/>
            <p:nvPr/>
          </p:nvSpPr>
          <p:spPr>
            <a:xfrm>
              <a:off x="12891895" y="4602821"/>
              <a:ext cx="2189265" cy="35394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 lIns="0" tIns="0" rIns="0" bIns="0">
              <a:spAutoFit/>
            </a:bodyPr>
            <a:lstStyle>
              <a:defPPr marL="0" marR="0" indent="0" algn="l" defTabSz="900060" rtl="0" fontAlgn="auto" latinLnBrk="1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kumimoji="0" sz="1773" b="0" i="0" u="none" strike="noStrike" cap="none" spc="0" normalizeH="0" baseline="0">
                  <a:ln>
                    <a:noFill/>
                  </a:ln>
                  <a:solidFill>
                    <a:srgbClr val="000000"/>
                  </a:solidFill>
                  <a:effectLst/>
                  <a:uFillTx/>
                </a:defRPr>
              </a:defPPr>
              <a:lvl1pPr>
                <a:lnSpc>
                  <a:spcPct val="120000"/>
                </a:lnSpc>
                <a:defRPr sz="2400">
                  <a:solidFill>
                    <a:schemeClr val="tx2">
                      <a:lumMod val="75000"/>
                    </a:schemeClr>
                  </a:solidFill>
                  <a:latin typeface="Tinkoff Sans" panose="02000506050000020004" pitchFamily="2" charset="0"/>
                </a:defRPr>
              </a:lvl1pPr>
              <a:lvl2pPr marL="1199924" indent="-445133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2pPr>
              <a:lvl3pPr marL="2035650" indent="-52606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3pPr>
              <a:lvl4pPr marL="2863001" indent="-59862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4pPr>
              <a:lvl5pPr marL="3617794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5pPr>
              <a:lvl6pPr marL="4372585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6pPr>
              <a:lvl7pPr marL="5127377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7pPr>
              <a:lvl8pPr marL="5882168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8pPr>
              <a:lvl9pPr marL="6636960" indent="-59862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9pPr>
            </a:lstStyle>
            <a:p>
              <a:r>
                <a:rPr lang="ru-RU" sz="1600" dirty="0">
                  <a:latin typeface="T-Sans" pitchFamily="2" charset="0"/>
                  <a:ea typeface="T-Sans" pitchFamily="2" charset="0"/>
                </a:rPr>
                <a:t>ML / Frontend</a:t>
              </a:r>
            </a:p>
          </p:txBody>
        </p:sp>
      </p:grpSp>
      <p:grpSp>
        <p:nvGrpSpPr>
          <p:cNvPr id="39" name="Группа 38">
            <a:extLst>
              <a:ext uri="{FF2B5EF4-FFF2-40B4-BE49-F238E27FC236}">
                <a16:creationId xmlns:a16="http://schemas.microsoft.com/office/drawing/2014/main" id="{FDA32E2A-D7D8-07D2-053D-AF4076B0FEDB}"/>
              </a:ext>
            </a:extLst>
          </p:cNvPr>
          <p:cNvGrpSpPr/>
          <p:nvPr/>
        </p:nvGrpSpPr>
        <p:grpSpPr>
          <a:xfrm>
            <a:off x="1467734" y="8366855"/>
            <a:ext cx="2189266" cy="1338828"/>
            <a:chOff x="12891895" y="3617936"/>
            <a:chExt cx="2189266" cy="1338828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3F19C734-8D5C-6BC1-D4D1-8DD89A185256}"/>
                </a:ext>
              </a:extLst>
            </p:cNvPr>
            <p:cNvSpPr txBox="1"/>
            <p:nvPr/>
          </p:nvSpPr>
          <p:spPr>
            <a:xfrm>
              <a:off x="12891896" y="3617936"/>
              <a:ext cx="2189265" cy="92333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t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ts val="3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kumimoji="0" lang="ru-RU" sz="2600" u="none" strike="noStrike" cap="none" spc="0" normalizeH="0" baseline="0" dirty="0">
                  <a:ln>
                    <a:noFill/>
                  </a:ln>
                  <a:solidFill>
                    <a:srgbClr val="333333"/>
                  </a:solidFill>
                  <a:effectLst/>
                  <a:uFillTx/>
                  <a:latin typeface="T-Sans Medium" pitchFamily="2" charset="0"/>
                  <a:ea typeface="T-Sans" pitchFamily="2" charset="0"/>
                  <a:sym typeface="Tinkoff Sans"/>
                </a:rPr>
                <a:t>Ксюша</a:t>
              </a:r>
            </a:p>
            <a:p>
              <a:pPr marL="0" marR="0" indent="0" algn="l" defTabSz="457200" rtl="0" fontAlgn="auto" latinLnBrk="0" hangingPunct="0">
                <a:lnSpc>
                  <a:spcPts val="3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lang="ru-RU" sz="2600" dirty="0">
                  <a:solidFill>
                    <a:srgbClr val="333333"/>
                  </a:solidFill>
                  <a:latin typeface="T-Sans Medium" pitchFamily="2" charset="0"/>
                  <a:ea typeface="T-Sans" pitchFamily="2" charset="0"/>
                </a:rPr>
                <a:t>Яковлева</a:t>
              </a:r>
              <a:endParaRPr kumimoji="0" lang="ru-RU" sz="3000" u="none" strike="noStrike" cap="none" spc="0" normalizeH="0" baseline="0" dirty="0">
                <a:ln>
                  <a:noFill/>
                </a:ln>
                <a:solidFill>
                  <a:srgbClr val="333333"/>
                </a:solidFill>
                <a:effectLst/>
                <a:uFillTx/>
                <a:latin typeface="T-Sans Medium" pitchFamily="2" charset="0"/>
                <a:ea typeface="T-Sans" pitchFamily="2" charset="0"/>
                <a:sym typeface="Tinkoff Sans"/>
              </a:endParaRP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BDED05CC-9430-5ECC-8B48-A23F165C1A3D}"/>
                </a:ext>
              </a:extLst>
            </p:cNvPr>
            <p:cNvSpPr txBox="1"/>
            <p:nvPr/>
          </p:nvSpPr>
          <p:spPr>
            <a:xfrm>
              <a:off x="12891895" y="4602821"/>
              <a:ext cx="2189265" cy="35394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 lIns="0" tIns="0" rIns="0" bIns="0">
              <a:spAutoFit/>
            </a:bodyPr>
            <a:lstStyle>
              <a:defPPr marL="0" marR="0" indent="0" algn="l" defTabSz="900060" rtl="0" fontAlgn="auto" latinLnBrk="1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kumimoji="0" sz="1773" b="0" i="0" u="none" strike="noStrike" cap="none" spc="0" normalizeH="0" baseline="0">
                  <a:ln>
                    <a:noFill/>
                  </a:ln>
                  <a:solidFill>
                    <a:srgbClr val="000000"/>
                  </a:solidFill>
                  <a:effectLst/>
                  <a:uFillTx/>
                </a:defRPr>
              </a:defPPr>
              <a:lvl1pPr>
                <a:lnSpc>
                  <a:spcPct val="120000"/>
                </a:lnSpc>
                <a:defRPr sz="2400">
                  <a:solidFill>
                    <a:schemeClr val="tx2">
                      <a:lumMod val="75000"/>
                    </a:schemeClr>
                  </a:solidFill>
                  <a:latin typeface="Tinkoff Sans" panose="02000506050000020004" pitchFamily="2" charset="0"/>
                </a:defRPr>
              </a:lvl1pPr>
              <a:lvl2pPr marL="1199924" indent="-445133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2pPr>
              <a:lvl3pPr marL="2035650" indent="-52606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3pPr>
              <a:lvl4pPr marL="2863001" indent="-59862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4pPr>
              <a:lvl5pPr marL="3617794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5pPr>
              <a:lvl6pPr marL="4372585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6pPr>
              <a:lvl7pPr marL="5127377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7pPr>
              <a:lvl8pPr marL="5882168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8pPr>
              <a:lvl9pPr marL="6636960" indent="-59862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9pPr>
            </a:lstStyle>
            <a:p>
              <a:r>
                <a:rPr lang="ru-RU" sz="1600" dirty="0">
                  <a:latin typeface="T-Sans" pitchFamily="2" charset="0"/>
                  <a:ea typeface="T-Sans" pitchFamily="2" charset="0"/>
                </a:rPr>
                <a:t>ML / Frontend</a:t>
              </a:r>
            </a:p>
          </p:txBody>
        </p:sp>
      </p:grpSp>
      <p:grpSp>
        <p:nvGrpSpPr>
          <p:cNvPr id="44" name="Группа 43">
            <a:extLst>
              <a:ext uri="{FF2B5EF4-FFF2-40B4-BE49-F238E27FC236}">
                <a16:creationId xmlns:a16="http://schemas.microsoft.com/office/drawing/2014/main" id="{26D557EC-5DCA-0573-66F3-8EC5F05B70D4}"/>
              </a:ext>
            </a:extLst>
          </p:cNvPr>
          <p:cNvGrpSpPr/>
          <p:nvPr/>
        </p:nvGrpSpPr>
        <p:grpSpPr>
          <a:xfrm>
            <a:off x="8178023" y="8366855"/>
            <a:ext cx="2189266" cy="1338828"/>
            <a:chOff x="12891895" y="3617936"/>
            <a:chExt cx="2189266" cy="1338828"/>
          </a:xfrm>
        </p:grpSpPr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1D79E449-00F4-74ED-2059-4DF974768F85}"/>
                </a:ext>
              </a:extLst>
            </p:cNvPr>
            <p:cNvSpPr txBox="1"/>
            <p:nvPr/>
          </p:nvSpPr>
          <p:spPr>
            <a:xfrm>
              <a:off x="12891896" y="3617936"/>
              <a:ext cx="2189265" cy="92333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t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ts val="3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kumimoji="0" lang="ru-RU" sz="2600" u="none" strike="noStrike" cap="none" spc="0" normalizeH="0" baseline="0" dirty="0">
                  <a:ln>
                    <a:noFill/>
                  </a:ln>
                  <a:solidFill>
                    <a:srgbClr val="333333"/>
                  </a:solidFill>
                  <a:effectLst/>
                  <a:uFillTx/>
                  <a:latin typeface="T-Sans Medium" pitchFamily="2" charset="0"/>
                  <a:ea typeface="T-Sans" pitchFamily="2" charset="0"/>
                  <a:sym typeface="Tinkoff Sans"/>
                </a:rPr>
                <a:t>Арнольд</a:t>
              </a:r>
            </a:p>
            <a:p>
              <a:pPr marL="0" marR="0" indent="0" algn="l" defTabSz="457200" rtl="0" fontAlgn="auto" latinLnBrk="0" hangingPunct="0">
                <a:lnSpc>
                  <a:spcPts val="3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lang="ru-RU" sz="2600" dirty="0">
                  <a:solidFill>
                    <a:srgbClr val="333333"/>
                  </a:solidFill>
                  <a:latin typeface="T-Sans Medium" pitchFamily="2" charset="0"/>
                  <a:ea typeface="T-Sans" pitchFamily="2" charset="0"/>
                </a:rPr>
                <a:t>Гончаров</a:t>
              </a:r>
              <a:endParaRPr kumimoji="0" lang="ru-RU" sz="3000" u="none" strike="noStrike" cap="none" spc="0" normalizeH="0" baseline="0" dirty="0">
                <a:ln>
                  <a:noFill/>
                </a:ln>
                <a:solidFill>
                  <a:srgbClr val="333333"/>
                </a:solidFill>
                <a:effectLst/>
                <a:uFillTx/>
                <a:latin typeface="T-Sans Medium" pitchFamily="2" charset="0"/>
                <a:ea typeface="T-Sans" pitchFamily="2" charset="0"/>
                <a:sym typeface="Tinkoff Sans"/>
              </a:endParaRP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2D313304-66C8-53B8-E3B9-43429E638802}"/>
                </a:ext>
              </a:extLst>
            </p:cNvPr>
            <p:cNvSpPr txBox="1"/>
            <p:nvPr/>
          </p:nvSpPr>
          <p:spPr>
            <a:xfrm>
              <a:off x="12891895" y="4602821"/>
              <a:ext cx="2189265" cy="35394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 lIns="0" tIns="0" rIns="0" bIns="0">
              <a:spAutoFit/>
            </a:bodyPr>
            <a:lstStyle>
              <a:defPPr marL="0" marR="0" indent="0" algn="l" defTabSz="900060" rtl="0" fontAlgn="auto" latinLnBrk="1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kumimoji="0" sz="1773" b="0" i="0" u="none" strike="noStrike" cap="none" spc="0" normalizeH="0" baseline="0">
                  <a:ln>
                    <a:noFill/>
                  </a:ln>
                  <a:solidFill>
                    <a:srgbClr val="000000"/>
                  </a:solidFill>
                  <a:effectLst/>
                  <a:uFillTx/>
                </a:defRPr>
              </a:defPPr>
              <a:lvl1pPr>
                <a:lnSpc>
                  <a:spcPct val="120000"/>
                </a:lnSpc>
                <a:defRPr sz="2400">
                  <a:solidFill>
                    <a:schemeClr val="tx2">
                      <a:lumMod val="75000"/>
                    </a:schemeClr>
                  </a:solidFill>
                  <a:latin typeface="Tinkoff Sans" panose="02000506050000020004" pitchFamily="2" charset="0"/>
                </a:defRPr>
              </a:lvl1pPr>
              <a:lvl2pPr marL="1199924" indent="-445133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2pPr>
              <a:lvl3pPr marL="2035650" indent="-52606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3pPr>
              <a:lvl4pPr marL="2863001" indent="-59862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4pPr>
              <a:lvl5pPr marL="3617794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5pPr>
              <a:lvl6pPr marL="4372585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6pPr>
              <a:lvl7pPr marL="5127377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7pPr>
              <a:lvl8pPr marL="5882168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8pPr>
              <a:lvl9pPr marL="6636960" indent="-59862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9pPr>
            </a:lstStyle>
            <a:p>
              <a:r>
                <a:rPr lang="ru-RU" sz="1600" dirty="0">
                  <a:latin typeface="T-Sans" pitchFamily="2" charset="0"/>
                  <a:ea typeface="T-Sans" pitchFamily="2" charset="0"/>
                </a:rPr>
                <a:t>QA-engineer</a:t>
              </a:r>
            </a:p>
          </p:txBody>
        </p:sp>
      </p:grpSp>
      <p:grpSp>
        <p:nvGrpSpPr>
          <p:cNvPr id="49" name="Группа 48">
            <a:extLst>
              <a:ext uri="{FF2B5EF4-FFF2-40B4-BE49-F238E27FC236}">
                <a16:creationId xmlns:a16="http://schemas.microsoft.com/office/drawing/2014/main" id="{CA89AF4C-1F54-3498-9147-42977B2C0070}"/>
              </a:ext>
            </a:extLst>
          </p:cNvPr>
          <p:cNvGrpSpPr/>
          <p:nvPr/>
        </p:nvGrpSpPr>
        <p:grpSpPr>
          <a:xfrm>
            <a:off x="14888313" y="8366855"/>
            <a:ext cx="2189266" cy="1338828"/>
            <a:chOff x="12891895" y="3617936"/>
            <a:chExt cx="2189266" cy="1338828"/>
          </a:xfrm>
        </p:grpSpPr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DFBBFAD4-245D-4166-0BC9-CDB7C736372F}"/>
                </a:ext>
              </a:extLst>
            </p:cNvPr>
            <p:cNvSpPr txBox="1"/>
            <p:nvPr/>
          </p:nvSpPr>
          <p:spPr>
            <a:xfrm>
              <a:off x="12891896" y="3617936"/>
              <a:ext cx="2189265" cy="92333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t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ts val="3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kumimoji="0" lang="ru-RU" sz="2600" u="none" strike="noStrike" cap="none" spc="0" normalizeH="0" baseline="0" dirty="0">
                  <a:ln>
                    <a:noFill/>
                  </a:ln>
                  <a:solidFill>
                    <a:srgbClr val="333333"/>
                  </a:solidFill>
                  <a:effectLst/>
                  <a:uFillTx/>
                  <a:latin typeface="T-Sans Medium" pitchFamily="2" charset="0"/>
                  <a:ea typeface="T-Sans" pitchFamily="2" charset="0"/>
                  <a:sym typeface="Tinkoff Sans"/>
                </a:rPr>
                <a:t>Luna 6</a:t>
              </a: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5CCED786-ED03-3A4A-648A-757E20103216}"/>
                </a:ext>
              </a:extLst>
            </p:cNvPr>
            <p:cNvSpPr txBox="1"/>
            <p:nvPr/>
          </p:nvSpPr>
          <p:spPr>
            <a:xfrm>
              <a:off x="12891895" y="4602821"/>
              <a:ext cx="2189265" cy="35394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 lIns="0" tIns="0" rIns="0" bIns="0">
              <a:spAutoFit/>
            </a:bodyPr>
            <a:lstStyle>
              <a:defPPr marL="0" marR="0" indent="0" algn="l" defTabSz="900060" rtl="0" fontAlgn="auto" latinLnBrk="1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kumimoji="0" sz="1773" b="0" i="0" u="none" strike="noStrike" cap="none" spc="0" normalizeH="0" baseline="0">
                  <a:ln>
                    <a:noFill/>
                  </a:ln>
                  <a:solidFill>
                    <a:srgbClr val="000000"/>
                  </a:solidFill>
                  <a:effectLst/>
                  <a:uFillTx/>
                </a:defRPr>
              </a:defPPr>
              <a:lvl1pPr>
                <a:lnSpc>
                  <a:spcPct val="120000"/>
                </a:lnSpc>
                <a:defRPr sz="2400">
                  <a:solidFill>
                    <a:schemeClr val="tx2">
                      <a:lumMod val="75000"/>
                    </a:schemeClr>
                  </a:solidFill>
                  <a:latin typeface="Tinkoff Sans" panose="02000506050000020004" pitchFamily="2" charset="0"/>
                </a:defRPr>
              </a:lvl1pPr>
              <a:lvl2pPr marL="1199924" indent="-445133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2pPr>
              <a:lvl3pPr marL="2035650" indent="-52606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3pPr>
              <a:lvl4pPr marL="2863001" indent="-59862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4pPr>
              <a:lvl5pPr marL="3617794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5pPr>
              <a:lvl6pPr marL="4372585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6pPr>
              <a:lvl7pPr marL="5127377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7pPr>
              <a:lvl8pPr marL="5882168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8pPr>
              <a:lvl9pPr marL="6636960" indent="-59862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9pPr>
            </a:lstStyle>
            <a:p>
              <a:r>
                <a:rPr lang="ru-RU" sz="1600" dirty="0">
                  <a:latin typeface="T-Sans" pitchFamily="2" charset="0"/>
                  <a:ea typeface="T-Sans" pitchFamily="2" charset="0"/>
                </a:rPr>
                <a:t>Debug-engineer</a:t>
              </a:r>
            </a:p>
          </p:txBody>
        </p:sp>
      </p:grpSp>
      <p:grpSp>
        <p:nvGrpSpPr>
          <p:cNvPr id="54" name="Группа 53">
            <a:extLst>
              <a:ext uri="{FF2B5EF4-FFF2-40B4-BE49-F238E27FC236}">
                <a16:creationId xmlns:a16="http://schemas.microsoft.com/office/drawing/2014/main" id="{13B372A2-BFA2-1EAB-C6F6-A29815A2B844}"/>
              </a:ext>
            </a:extLst>
          </p:cNvPr>
          <p:cNvGrpSpPr/>
          <p:nvPr/>
        </p:nvGrpSpPr>
        <p:grpSpPr>
          <a:xfrm>
            <a:off x="8178023" y="3626043"/>
            <a:ext cx="2189266" cy="1338828"/>
            <a:chOff x="12891895" y="3617936"/>
            <a:chExt cx="2189266" cy="1338828"/>
          </a:xfrm>
        </p:grpSpPr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99AE194C-ED07-C46E-1E56-D973E9CB70A1}"/>
                </a:ext>
              </a:extLst>
            </p:cNvPr>
            <p:cNvSpPr txBox="1"/>
            <p:nvPr/>
          </p:nvSpPr>
          <p:spPr>
            <a:xfrm>
              <a:off x="12891896" y="3617936"/>
              <a:ext cx="2189265" cy="92333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t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ts val="3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kumimoji="0" lang="ru-RU" sz="2600" u="none" strike="noStrike" cap="none" spc="0" normalizeH="0" baseline="0" dirty="0">
                  <a:ln>
                    <a:noFill/>
                  </a:ln>
                  <a:solidFill>
                    <a:schemeClr val="accent6"/>
                  </a:solidFill>
                  <a:effectLst/>
                  <a:uFillTx/>
                  <a:latin typeface="T-Sans Medium" pitchFamily="2" charset="0"/>
                  <a:ea typeface="T-Sans" pitchFamily="2" charset="0"/>
                  <a:sym typeface="Tinkoff Sans"/>
                </a:rPr>
                <a:t>Opus 5.5</a:t>
              </a: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2F3DD78D-B6AB-B721-5851-443999EFD1CF}"/>
                </a:ext>
              </a:extLst>
            </p:cNvPr>
            <p:cNvSpPr txBox="1"/>
            <p:nvPr/>
          </p:nvSpPr>
          <p:spPr>
            <a:xfrm>
              <a:off x="12891895" y="4602821"/>
              <a:ext cx="2189265" cy="35394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 lIns="0" tIns="0" rIns="0" bIns="0">
              <a:spAutoFit/>
            </a:bodyPr>
            <a:lstStyle>
              <a:defPPr marL="0" marR="0" indent="0" algn="l" defTabSz="900060" rtl="0" fontAlgn="auto" latinLnBrk="1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kumimoji="0" sz="1773" b="0" i="0" u="none" strike="noStrike" cap="none" spc="0" normalizeH="0" baseline="0">
                  <a:ln>
                    <a:noFill/>
                  </a:ln>
                  <a:solidFill>
                    <a:srgbClr val="000000"/>
                  </a:solidFill>
                  <a:effectLst/>
                  <a:uFillTx/>
                </a:defRPr>
              </a:defPPr>
              <a:lvl1pPr>
                <a:lnSpc>
                  <a:spcPct val="120000"/>
                </a:lnSpc>
                <a:defRPr sz="2400">
                  <a:solidFill>
                    <a:schemeClr val="tx2">
                      <a:lumMod val="75000"/>
                    </a:schemeClr>
                  </a:solidFill>
                  <a:latin typeface="Tinkoff Sans" panose="02000506050000020004" pitchFamily="2" charset="0"/>
                </a:defRPr>
              </a:lvl1pPr>
              <a:lvl2pPr marL="1199924" indent="-445133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2pPr>
              <a:lvl3pPr marL="2035650" indent="-52606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3pPr>
              <a:lvl4pPr marL="2863001" indent="-59862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4pPr>
              <a:lvl5pPr marL="3617794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5pPr>
              <a:lvl6pPr marL="4372585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6pPr>
              <a:lvl7pPr marL="5127377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7pPr>
              <a:lvl8pPr marL="5882168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8pPr>
              <a:lvl9pPr marL="6636960" indent="-59862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9pPr>
            </a:lstStyle>
            <a:p>
              <a:r>
                <a:rPr lang="ru-RU" sz="1600" dirty="0">
                  <a:solidFill>
                    <a:schemeClr val="accent3"/>
                  </a:solidFill>
                  <a:latin typeface="T-Sans" pitchFamily="2" charset="0"/>
                  <a:ea typeface="T-Sans" pitchFamily="2" charset="0"/>
                </a:rPr>
                <a:t>Team Lead</a:t>
              </a:r>
            </a:p>
          </p:txBody>
        </p:sp>
      </p:grpSp>
      <p:pic>
        <p:nvPicPr>
          <p:cNvPr id="3" name="Рисунок 2" descr="avatar_O5.png"/>
          <p:cNvPicPr>
            <a:picLocks noGrp="1" noChangeAspect="1"/>
          </p:cNvPicPr>
          <p:nvPr>
            <p:ph type="pic" sz="quarter" idx="10"/>
          </p:nvPr>
        </p:nvPicPr>
        <p:blipFill>
          <a:blip r:embed="rId2"/>
          <a:srcRect/>
          <a:stretch>
            <a:fillRect/>
          </a:stretch>
        </p:blipFill>
        <p:spPr/>
      </p:pic>
      <p:pic>
        <p:nvPicPr>
          <p:cNvPr id="4" name="Рисунок 3" descr="avatar_ГБ.png"/>
          <p:cNvPicPr>
            <a:picLocks noGrp="1" noChangeAspect="1"/>
          </p:cNvPicPr>
          <p:nvPr>
            <p:ph type="pic" sz="quarter" idx="11"/>
          </p:nvPr>
        </p:nvPicPr>
        <p:blipFill>
          <a:blip r:embed="rId4"/>
          <a:srcRect/>
          <a:stretch>
            <a:fillRect/>
          </a:stretch>
        </p:blipFill>
        <p:spPr/>
      </p:pic>
      <p:pic>
        <p:nvPicPr>
          <p:cNvPr id="7" name="Рисунок 6" descr="avatar_АГ.png"/>
          <p:cNvPicPr>
            <a:picLocks noGrp="1" noChangeAspect="1"/>
          </p:cNvPicPr>
          <p:nvPr>
            <p:ph type="pic" sz="quarter" idx="12"/>
          </p:nvPr>
        </p:nvPicPr>
        <p:blipFill>
          <a:blip r:embed="rId7"/>
          <a:srcRect/>
          <a:stretch>
            <a:fillRect/>
          </a:stretch>
        </p:blipFill>
        <p:spPr/>
      </p:pic>
      <p:pic>
        <p:nvPicPr>
          <p:cNvPr id="10" name="Рисунок 9" descr="avatar_СД.png"/>
          <p:cNvPicPr>
            <a:picLocks noGrp="1" noChangeAspect="1"/>
          </p:cNvPicPr>
          <p:nvPr>
            <p:ph type="pic" sz="quarter" idx="13"/>
          </p:nvPr>
        </p:nvPicPr>
        <p:blipFill>
          <a:blip r:embed="rId3"/>
          <a:srcRect/>
          <a:stretch>
            <a:fillRect/>
          </a:stretch>
        </p:blipFill>
        <p:spPr/>
      </p:pic>
      <p:pic>
        <p:nvPicPr>
          <p:cNvPr id="12" name="Рисунок 11" descr="avatar_КЯ.png"/>
          <p:cNvPicPr>
            <a:picLocks noGrp="1" noChangeAspect="1"/>
          </p:cNvPicPr>
          <p:nvPr>
            <p:ph type="pic" sz="quarter" idx="14"/>
          </p:nvPr>
        </p:nvPicPr>
        <p:blipFill>
          <a:blip r:embed="rId6"/>
          <a:srcRect/>
          <a:stretch>
            <a:fillRect/>
          </a:stretch>
        </p:blipFill>
        <p:spPr/>
      </p:pic>
      <p:pic>
        <p:nvPicPr>
          <p:cNvPr id="14" name="Рисунок 13" descr="avatar_АК.png"/>
          <p:cNvPicPr>
            <a:picLocks noGrp="1" noChangeAspect="1"/>
          </p:cNvPicPr>
          <p:nvPr>
            <p:ph type="pic" sz="quarter" idx="15"/>
          </p:nvPr>
        </p:nvPicPr>
        <p:blipFill>
          <a:blip r:embed="rId5"/>
          <a:srcRect/>
          <a:stretch>
            <a:fillRect/>
          </a:stretch>
        </p:blipFill>
        <p:spPr/>
      </p:pic>
      <p:pic>
        <p:nvPicPr>
          <p:cNvPr id="17" name="Рисунок 16" descr="avatar_L6.png"/>
          <p:cNvPicPr>
            <a:picLocks noGrp="1" noChangeAspect="1"/>
          </p:cNvPicPr>
          <p:nvPr>
            <p:ph type="pic" sz="quarter" idx="16"/>
          </p:nvPr>
        </p:nvPicPr>
        <p:blipFill>
          <a:blip r:embed="rId8"/>
          <a:srcRect/>
          <a:stretch>
            <a:fillRect/>
          </a:stretch>
        </p:blipFill>
        <p:spPr/>
      </p:pic>
      <p:sp>
        <p:nvSpPr>
          <p:cNvPr id="2" name="Номер слайда">
            <a:extLst>
              <a:ext uri="{FF2B5EF4-FFF2-40B4-BE49-F238E27FC236}">
                <a16:creationId xmlns:a16="http://schemas.microsoft.com/office/drawing/2014/main" id="{0559FCA6-C730-30C2-75C9-C6DE3C8F9EE7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smtClean="0"/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67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498706361"/>
      </p:ext>
    </p:extLst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2912917E-E9EE-F1B2-2FAD-34C034F3DAEF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9799300" cy="11160125"/>
          </a:xfrm>
        </p:spPr>
      </p:pic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1BB82B4C-AAC9-094A-CE47-93F6BF5B60B7}"/>
              </a:ext>
            </a:extLst>
          </p:cNvPr>
          <p:cNvSpPr/>
          <p:nvPr/>
        </p:nvSpPr>
        <p:spPr>
          <a:xfrm>
            <a:off x="13139738" y="652653"/>
            <a:ext cx="6048375" cy="9859772"/>
          </a:xfrm>
          <a:prstGeom prst="roundRect">
            <a:avLst>
              <a:gd name="adj" fmla="val 9026"/>
            </a:avLst>
          </a:prstGeom>
          <a:gradFill>
            <a:gsLst>
              <a:gs pos="0">
                <a:schemeClr val="accent1"/>
              </a:gs>
              <a:gs pos="100000">
                <a:srgbClr val="FFE560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368A529E-5D92-EC3C-D6EF-5B9F6B4B6662}"/>
              </a:ext>
            </a:extLst>
          </p:cNvPr>
          <p:cNvSpPr/>
          <p:nvPr/>
        </p:nvSpPr>
        <p:spPr>
          <a:xfrm>
            <a:off x="6862924" y="652653"/>
            <a:ext cx="6048375" cy="9859772"/>
          </a:xfrm>
          <a:prstGeom prst="roundRect">
            <a:avLst>
              <a:gd name="adj" fmla="val 8724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4B6C6B0-8F55-C855-2532-897ECEFDBBB5}"/>
              </a:ext>
            </a:extLst>
          </p:cNvPr>
          <p:cNvSpPr txBox="1"/>
          <p:nvPr/>
        </p:nvSpPr>
        <p:spPr>
          <a:xfrm>
            <a:off x="7566405" y="1399427"/>
            <a:ext cx="4862335" cy="202747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t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6600"/>
              </a:lnSpc>
              <a:defRPr sz="6000" b="1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pPr>
              <a:lnSpc>
                <a:spcPct val="90000"/>
              </a:lnSpc>
            </a:pPr>
            <a:r>
              <a:rPr lang="ru-RU" sz="5600" dirty="0">
                <a:latin typeface="T-Sans" pitchFamily="2" charset="0"/>
                <a:ea typeface="T-Sans" pitchFamily="2" charset="0"/>
              </a:rPr>
              <a:t>Сайт</a:t>
            </a:r>
          </a:p>
          <a:p>
            <a:pPr>
              <a:lnSpc>
                <a:spcPct val="90000"/>
              </a:lnSpc>
            </a:pPr>
            <a:r>
              <a:rPr lang="ru-RU" sz="5600" dirty="0">
                <a:latin typeface="T-Sans" pitchFamily="2" charset="0"/>
                <a:ea typeface="T-Sans" pitchFamily="2" charset="0"/>
              </a:rPr>
              <a:t>команды</a:t>
            </a:r>
          </a:p>
        </p:txBody>
      </p:sp>
      <p:sp>
        <p:nvSpPr>
          <p:cNvPr id="16" name="Скругленный прямоугольник 15">
            <a:extLst>
              <a:ext uri="{FF2B5EF4-FFF2-40B4-BE49-F238E27FC236}">
                <a16:creationId xmlns:a16="http://schemas.microsoft.com/office/drawing/2014/main" id="{FCC8590E-4D5F-70FE-59D9-DBC400C3701F}"/>
              </a:ext>
            </a:extLst>
          </p:cNvPr>
          <p:cNvSpPr>
            <a:spLocks noChangeAspect="1"/>
          </p:cNvSpPr>
          <p:nvPr/>
        </p:nvSpPr>
        <p:spPr>
          <a:xfrm>
            <a:off x="13823951" y="5220051"/>
            <a:ext cx="4644000" cy="4589202"/>
          </a:xfrm>
          <a:prstGeom prst="roundRect">
            <a:avLst>
              <a:gd name="adj" fmla="val 12579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ctr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ru-RU" sz="2400" dirty="0">
                <a:latin typeface="T-Sans" pitchFamily="2" charset="0"/>
                <a:ea typeface="T-Sans" pitchFamily="2" charset="0"/>
              </a:rPr>
              <a:t> </a:t>
            </a:r>
            <a:endParaRPr kumimoji="0" lang="ru-RU" sz="240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17" name="Скругленный прямоугольник 15">
            <a:extLst>
              <a:ext uri="{FF2B5EF4-FFF2-40B4-BE49-F238E27FC236}">
                <a16:creationId xmlns:a16="http://schemas.microsoft.com/office/drawing/2014/main" id="{FCC8590E-4D5F-70FE-59D9-DBC400C3701F}"/>
              </a:ext>
            </a:extLst>
          </p:cNvPr>
          <p:cNvSpPr>
            <a:spLocks noChangeAspect="1"/>
          </p:cNvSpPr>
          <p:nvPr/>
        </p:nvSpPr>
        <p:spPr>
          <a:xfrm>
            <a:off x="7589520" y="5220051"/>
            <a:ext cx="4644000" cy="4589202"/>
          </a:xfrm>
          <a:prstGeom prst="roundRect">
            <a:avLst>
              <a:gd name="adj" fmla="val 12579"/>
            </a:avLst>
          </a:prstGeom>
          <a:solidFill>
            <a:srgbClr val="EFF0F1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ctr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ru-RU" sz="2400" dirty="0">
                <a:latin typeface="T-Sans" pitchFamily="2" charset="0"/>
                <a:ea typeface="T-Sans" pitchFamily="2" charset="0"/>
              </a:rPr>
              <a:t> </a:t>
            </a:r>
            <a:endParaRPr kumimoji="0" lang="ru-RU" sz="240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47952B0-1D19-BB65-7451-50BD6BC1DA72}"/>
              </a:ext>
            </a:extLst>
          </p:cNvPr>
          <p:cNvSpPr txBox="1"/>
          <p:nvPr/>
        </p:nvSpPr>
        <p:spPr>
          <a:xfrm>
            <a:off x="13823951" y="2097748"/>
            <a:ext cx="4206240" cy="49244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ctr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6600"/>
              </a:lnSpc>
              <a:defRPr sz="6000" b="1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pPr>
              <a:lnSpc>
                <a:spcPct val="100000"/>
              </a:lnSpc>
            </a:pPr>
            <a:r>
              <a:rPr lang="ru-RU" sz="3200" b="0" dirty="0">
                <a:solidFill>
                  <a:schemeClr val="bg1"/>
                </a:solidFill>
                <a:latin typeface="T-Sans" pitchFamily="2" charset="0"/>
                <a:ea typeface="T-Sans" pitchFamily="2" charset="0"/>
              </a:rPr>
              <a:t>Сканируйте QR-код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BF222B1-AF64-73F3-FF1B-D02D311781D5}"/>
              </a:ext>
            </a:extLst>
          </p:cNvPr>
          <p:cNvSpPr txBox="1"/>
          <p:nvPr/>
        </p:nvSpPr>
        <p:spPr>
          <a:xfrm>
            <a:off x="13823951" y="2826847"/>
            <a:ext cx="4206240" cy="49244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ctr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6600"/>
              </a:lnSpc>
              <a:defRPr sz="6000" b="1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pPr>
              <a:lnSpc>
                <a:spcPct val="100000"/>
              </a:lnSpc>
            </a:pPr>
            <a:r>
              <a:rPr lang="en" sz="3200" b="0" dirty="0" err="1">
                <a:solidFill>
                  <a:schemeClr val="bg1"/>
                </a:solidFill>
                <a:latin typeface="T-Sans" pitchFamily="2" charset="0"/>
                <a:ea typeface="T-Sans" pitchFamily="2" charset="0"/>
              </a:rPr>
              <a:t>и откройте Амбу</a:t>
            </a:r>
            <a:endParaRPr lang="ru-RU" sz="3200" b="0" dirty="0">
              <a:solidFill>
                <a:schemeClr val="bg1"/>
              </a:solidFill>
              <a:latin typeface="T-Sans" pitchFamily="2" charset="0"/>
              <a:ea typeface="T-Sans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B541273-EE13-944B-D3CE-358F88A3C72A}"/>
              </a:ext>
            </a:extLst>
          </p:cNvPr>
          <p:cNvSpPr txBox="1"/>
          <p:nvPr/>
        </p:nvSpPr>
        <p:spPr>
          <a:xfrm>
            <a:off x="13823951" y="1368649"/>
            <a:ext cx="4206240" cy="49244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ctr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6600"/>
              </a:lnSpc>
              <a:defRPr sz="6000" b="1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pPr>
              <a:lnSpc>
                <a:spcPct val="100000"/>
              </a:lnSpc>
            </a:pPr>
            <a:r>
              <a:rPr lang="ru-RU" sz="3200" b="0" dirty="0">
                <a:solidFill>
                  <a:schemeClr val="bg1"/>
                </a:solidFill>
                <a:latin typeface="T-Sans Medium" pitchFamily="2" charset="0"/>
                <a:ea typeface="T-Sans Medium" pitchFamily="2" charset="0"/>
              </a:rPr>
              <a:t>Приложение</a:t>
            </a:r>
          </a:p>
        </p:txBody>
      </p:sp>
      <p:sp>
        <p:nvSpPr>
          <p:cNvPr id="15" name="Номер слайда">
            <a:extLst>
              <a:ext uri="{FF2B5EF4-FFF2-40B4-BE49-F238E27FC236}">
                <a16:creationId xmlns:a16="http://schemas.microsoft.com/office/drawing/2014/main" id="{0D320287-CD76-A6E5-77D9-F623A3C39CBA}"/>
              </a:ext>
            </a:extLst>
          </p:cNvPr>
          <p:cNvSpPr txBox="1">
            <a:spLocks/>
          </p:cNvSpPr>
          <p:nvPr/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l" defTabSz="450029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ru-RU" sz="1600" b="0" i="0" u="none" strike="noStrike" cap="none" spc="0" normalizeH="0" baseline="0" smtClean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Tinkoff Sans"/>
                <a:ea typeface="Tinkoff Sans"/>
                <a:cs typeface="Tinkoff Sans"/>
                <a:sym typeface="Tinkoff Sans"/>
              </a:defRPr>
            </a:lvl1pPr>
            <a:lvl2pPr marL="0" marR="0" indent="450029" algn="l" defTabSz="450029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Tinkoff Sans"/>
                <a:ea typeface="Tinkoff Sans"/>
                <a:cs typeface="Tinkoff Sans"/>
                <a:sym typeface="Tinkoff Sans"/>
              </a:defRPr>
            </a:lvl2pPr>
            <a:lvl3pPr marL="0" marR="0" indent="900060" algn="l" defTabSz="450029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Tinkoff Sans"/>
                <a:ea typeface="Tinkoff Sans"/>
                <a:cs typeface="Tinkoff Sans"/>
                <a:sym typeface="Tinkoff Sans"/>
              </a:defRPr>
            </a:lvl3pPr>
            <a:lvl4pPr marL="0" marR="0" indent="1350086" algn="l" defTabSz="450029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Tinkoff Sans"/>
                <a:ea typeface="Tinkoff Sans"/>
                <a:cs typeface="Tinkoff Sans"/>
                <a:sym typeface="Tinkoff Sans"/>
              </a:defRPr>
            </a:lvl4pPr>
            <a:lvl5pPr marL="0" marR="0" indent="1800120" algn="l" defTabSz="450029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Tinkoff Sans"/>
                <a:ea typeface="Tinkoff Sans"/>
                <a:cs typeface="Tinkoff Sans"/>
                <a:sym typeface="Tinkoff Sans"/>
              </a:defRPr>
            </a:lvl5pPr>
            <a:lvl6pPr marL="0" marR="0" indent="2250146" algn="l" defTabSz="450029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Tinkoff Sans"/>
                <a:ea typeface="Tinkoff Sans"/>
                <a:cs typeface="Tinkoff Sans"/>
                <a:sym typeface="Tinkoff Sans"/>
              </a:defRPr>
            </a:lvl6pPr>
            <a:lvl7pPr marL="0" marR="0" indent="2700177" algn="l" defTabSz="450029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Tinkoff Sans"/>
                <a:ea typeface="Tinkoff Sans"/>
                <a:cs typeface="Tinkoff Sans"/>
                <a:sym typeface="Tinkoff Sans"/>
              </a:defRPr>
            </a:lvl7pPr>
            <a:lvl8pPr marL="0" marR="0" indent="3150206" algn="l" defTabSz="450029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Tinkoff Sans"/>
                <a:ea typeface="Tinkoff Sans"/>
                <a:cs typeface="Tinkoff Sans"/>
                <a:sym typeface="Tinkoff Sans"/>
              </a:defRPr>
            </a:lvl8pPr>
            <a:lvl9pPr marL="0" marR="0" indent="3600237" algn="l" defTabSz="450029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Tinkoff Sans"/>
                <a:ea typeface="Tinkoff Sans"/>
                <a:cs typeface="Tinkoff Sans"/>
                <a:sym typeface="Tinkoff Sans"/>
              </a:defRPr>
            </a:lvl9pPr>
          </a:lstStyle>
          <a:p>
            <a:pPr algn="r">
              <a:buFont typeface="Wingdings" pitchFamily="2" charset="2"/>
              <a:buNone/>
            </a:pPr>
            <a:r>
              <a:rPr lang="ru-RU" dirty="0"/>
              <a:t>11</a:t>
            </a:r>
            <a:endParaRPr lang="ru-RU" dirty="0"/>
          </a:p>
        </p:txBody>
      </p:sp>
      <p:pic>
        <p:nvPicPr>
          <p:cNvPr id="18" name="Picture 17" descr="qr_s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0" y="5631531"/>
            <a:ext cx="3821039" cy="3821039"/>
          </a:xfrm>
          <a:prstGeom prst="rect">
            <a:avLst/>
          </a:prstGeom>
        </p:spPr>
      </p:pic>
      <p:pic>
        <p:nvPicPr>
          <p:cNvPr id="19" name="qr-app" descr="qr_dem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235430" y="5631531"/>
            <a:ext cx="3821039" cy="38210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0327817"/>
      </p:ext>
    </p:extLst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FC2230F0-CF79-107D-8823-9E107D8A6CF9}"/>
              </a:ext>
            </a:extLst>
          </p:cNvPr>
          <p:cNvSpPr txBox="1"/>
          <p:nvPr/>
        </p:nvSpPr>
        <p:spPr>
          <a:xfrm>
            <a:off x="1520526" y="6035040"/>
            <a:ext cx="10023773" cy="329184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90000"/>
              </a:lnSpc>
              <a:defRPr sz="5400" b="1">
                <a:solidFill>
                  <a:srgbClr val="ADB0B4"/>
                </a:solidFill>
                <a:latin typeface="Tinkoff Sans" panose="02000506050000020004" pitchFamily="2" charset="0"/>
              </a:defRPr>
            </a:lvl1pPr>
          </a:lstStyle>
          <a:p>
            <a:pPr>
              <a:lnSpc>
                <a:spcPct val="80000"/>
              </a:lnSpc>
            </a:pPr>
            <a:r>
              <a:rPr lang="ru-RU" sz="9200" dirty="0">
                <a:solidFill>
                  <a:schemeClr val="accent2"/>
                </a:solidFill>
                <a:latin typeface="T-Sans" pitchFamily="2" charset="0"/>
                <a:ea typeface="T-Sans" pitchFamily="2" charset="0"/>
              </a:rPr>
              <a:t>Спасибо</a:t>
            </a:r>
          </a:p>
          <a:p>
            <a:pPr>
              <a:lnSpc>
                <a:spcPct val="80000"/>
              </a:lnSpc>
            </a:pPr>
            <a:r>
              <a:rPr lang="ru-RU" sz="9200" dirty="0">
                <a:solidFill>
                  <a:schemeClr val="accent2"/>
                </a:solidFill>
                <a:latin typeface="T-Sans" pitchFamily="2" charset="0"/>
                <a:ea typeface="T-Sans" pitchFamily="2" charset="0"/>
              </a:rPr>
              <a:t>за внимание!</a:t>
            </a:r>
          </a:p>
        </p:txBody>
      </p:sp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5D588F52-4DD6-A73F-50AE-C643A6775244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3139738" y="647700"/>
            <a:ext cx="6045749" cy="9864725"/>
          </a:xfr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</p:spPr>
      </p:pic>
      <p:pic>
        <p:nvPicPr>
          <p:cNvPr id="24" name="Picture 23" descr="qr_eg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52560" y="1188720"/>
            <a:ext cx="3017520" cy="3017520"/>
          </a:xfrm>
          <a:prstGeom prst="rect">
            <a:avLst/>
          </a:prstGeom>
        </p:spPr>
      </p:pic>
      <p:pic>
        <p:nvPicPr>
          <p:cNvPr id="25" name="Picture 24" descr="amb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72600" y="4480560"/>
            <a:ext cx="1856527" cy="2011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9764538"/>
      </p:ext>
    </p:extLst>
  </p:cSld>
  <p:clrMapOvr>
    <a:masterClrMapping/>
  </p:clrMapOvr>
  <p:transition spd="med"/>
</p:sld>
</file>

<file path=ppt/theme/theme1.xml><?xml version="1.0" encoding="utf-8"?>
<a:theme xmlns:a="http://schemas.openxmlformats.org/drawingml/2006/main" name="Тема Office">
  <a:themeElements>
    <a:clrScheme name="Пользовательские 13">
      <a:dk1>
        <a:srgbClr val="333333"/>
      </a:dk1>
      <a:lt1>
        <a:srgbClr val="333333"/>
      </a:lt1>
      <a:dk2>
        <a:srgbClr val="757675"/>
      </a:dk2>
      <a:lt2>
        <a:srgbClr val="585858"/>
      </a:lt2>
      <a:accent1>
        <a:srgbClr val="FFDD2C"/>
      </a:accent1>
      <a:accent2>
        <a:srgbClr val="333333"/>
      </a:accent2>
      <a:accent3>
        <a:srgbClr val="BFBFBF"/>
      </a:accent3>
      <a:accent4>
        <a:srgbClr val="E0E1E3"/>
      </a:accent4>
      <a:accent5>
        <a:srgbClr val="EFF0F1"/>
      </a:accent5>
      <a:accent6>
        <a:srgbClr val="FFFFFF"/>
      </a:accent6>
      <a:hlink>
        <a:srgbClr val="333333"/>
      </a:hlink>
      <a:folHlink>
        <a:srgbClr val="525454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gradFill>
          <a:gsLst>
            <a:gs pos="0">
              <a:srgbClr val="E0E1E3"/>
            </a:gs>
            <a:gs pos="100000">
              <a:srgbClr val="F3F3F5"/>
            </a:gs>
          </a:gsLst>
          <a:lin ang="2700000" scaled="0"/>
        </a:gradFill>
        <a:ln w="12700" cap="flat">
          <a:noFill/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>
        <a:noAutofit/>
      </a:bodyPr>
      <a:lstStyle>
        <a:defPPr algn="l" defTabSz="457200">
          <a:defRPr sz="1800" dirty="0">
            <a:latin typeface="T-Sans" pitchFamily="2" charset="0"/>
            <a:ea typeface="T-Sans" pitchFamily="2" charset="0"/>
          </a:defRPr>
        </a:def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Tinkoff Sans"/>
            <a:ea typeface="Tinkoff Sans"/>
            <a:cs typeface="Tinkoff Sans"/>
            <a:sym typeface="Tinkoff San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Тема Office">
  <a:themeElements>
    <a:clrScheme name="Тема Offic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FCC520"/>
      </a:accent1>
      <a:accent2>
        <a:srgbClr val="DEDEDE"/>
      </a:accent2>
      <a:accent3>
        <a:srgbClr val="585858"/>
      </a:accent3>
      <a:accent4>
        <a:srgbClr val="BCBCBC"/>
      </a:accent4>
      <a:accent5>
        <a:srgbClr val="B1C5FA"/>
      </a:accent5>
      <a:accent6>
        <a:srgbClr val="6236FF"/>
      </a:accent6>
      <a:hlink>
        <a:srgbClr val="0000FF"/>
      </a:hlink>
      <a:folHlink>
        <a:srgbClr val="FF00FF"/>
      </a:folHlink>
    </a:clrScheme>
    <a:fontScheme name="Тема Offic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Tinkoff Sans"/>
            <a:ea typeface="Tinkoff Sans"/>
            <a:cs typeface="Tinkoff Sans"/>
            <a:sym typeface="Tinkoff San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Tinkoff Sans"/>
            <a:ea typeface="Tinkoff Sans"/>
            <a:cs typeface="Tinkoff Sans"/>
            <a:sym typeface="Tinkoff San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47186</TotalTime>
  <Words>5027</Words>
  <Application>Microsoft Macintosh PowerPoint</Application>
  <PresentationFormat>Произвольный</PresentationFormat>
  <Paragraphs>868</Paragraphs>
  <Slides>83</Slides>
  <Notes>22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83</vt:i4>
      </vt:variant>
    </vt:vector>
  </HeadingPairs>
  <TitlesOfParts>
    <vt:vector size="89" baseType="lpstr">
      <vt:lpstr>Wingdings</vt:lpstr>
      <vt:lpstr>T-Sans Medium</vt:lpstr>
      <vt:lpstr>T-Sans</vt:lpstr>
      <vt:lpstr>Arial</vt:lpstr>
      <vt:lpstr>Tinkoff Sans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cp:lastModifiedBy>Пользователь</cp:lastModifiedBy>
  <cp:revision>1006</cp:revision>
  <dcterms:modified xsi:type="dcterms:W3CDTF">2026-01-14T10:53:46Z</dcterms:modified>
</cp:coreProperties>
</file>