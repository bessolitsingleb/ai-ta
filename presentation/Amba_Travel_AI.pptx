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72c25d14-9d06-3b07-c245-1d5383509611}">
          <p14:sldIdLst>
            <p14:sldId id="256"/>
          </p14:sldIdLst>
        </p14:section>
        <p14:section name="Задача" id="{cd108198-0f5d-f42d-f141-e2d8a7cec34f}">
          <p14:sldIdLst>
            <p14:sldId id="257"/>
            <p14:sldId id="258"/>
          </p14:sldIdLst>
        </p14:section>
        <p14:section name="Решение" id="{3f7c07b1-0769-8b31-75cb-9d0502ec3f0a}">
          <p14:sldIdLst>
            <p14:sldId id="259"/>
            <p14:sldId id="260"/>
            <p14:sldId id="261"/>
            <p14:sldId id="262"/>
          </p14:sldIdLst>
        </p14:section>
        <p14:section name="Замеры" id="{510fa9e0-358e-772c-c6d0-67e8f144319c}">
          <p14:sldIdLst>
            <p14:sldId id="263"/>
            <p14:sldId id="264"/>
          </p14:sldIdLst>
        </p14:section>
        <p14:section name="Команда" id="{f60041b7-69b4-049a-84e0-36f46f39b9c1}">
          <p14:sldIdLst>
            <p14:sldId id="265"/>
          </p14:sldIdLst>
        </p14:section>
        <p14:section name="Итоги" id="{440d3599-b774-37cc-f57d-d9cce8639bf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 (0–1)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· к концу слайда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1:10]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1:45]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2:35]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OpenStreetMap. У каждого пункта есть ссылки: карта, сайт, расписание и билеты, гостиницы рядом. Демо открыто по ссылке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3:25]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4:00]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4:50]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отклоняет, а поездку из Хабаровска во Владивосток спокойно планирует.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 · к концу слайда 5:45]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· к концу слайда 6:25]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6:55]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7:25]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 · к концу слайда 7:35] Спасибо! Готовы ответить на вопросы. Хорошей дороги!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Пишете поездку обычными словами — агент собирает план и проверяет, что он сходится с реальностью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6035040" y="3840480"/>
            <a:ext cx="256032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9050">
            <a:solidFill>
              <a:srgbClr val="F0641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Привет! Куда поедем?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расписания, режим музеев, АЗС, жильё, кафе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Чат-боты ошибаются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Ведут в закрытый музей, на велосипед под ливень, предлагают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впервые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463040"/>
                <a:gridCol w="128016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Чат-боты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ночёвка, еда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Проверка погоды и режима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транспорта: АЗС, рейсы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Ссылки, чтобы сразу всё оформить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сфокусирован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0241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Сначала уточнит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31673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1–2 коротких вопроса с вариантами: кухня, бюджет, темп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Реальные кафе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из OpenStreetMap: кухня, часы, сайт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16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Ссылки у каждого пункта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108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карта, сайт, расписание и билеты, гостиницы рядом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7124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Маршрут по улицам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00507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 по дням; вид «Бортовой журнал» — в морском стиле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5272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Фильтр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не про Приморье — отказ за 0 токенов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5272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Уточнение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1–2 вопроса, если важного не хватает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Выбор тулов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решает, какие данные нужны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Вызов тулов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места, погода, еда, жильё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План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submit_plan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5272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Проверка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агенту на исправление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3246120" y="3154680"/>
            <a:ext cx="4114800" cy="411480"/>
          </a:xfrm>
          <a:prstGeom prst="roundRect">
            <a:avLst>
              <a:gd name="adj" fmla="val 48889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шаги 3–5 повторяются, пока данных не хватит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FastAPI + OpenRouter tool calling, цикл написан с нуля, без агентных фреймворков. Модель — DeepSeek V4.1 Flash. Шаги агента стримятся в интерфейс. Карту и ссылки достраивает сервер — модель на них токены не тратит.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тулов и источники данных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OSRM: машина, велосипед,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find_food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OpenStreetMap: кафе, кухня, сайт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ources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6974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переходит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сходиться, и только Приморье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Пешком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до заката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Велосипед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км, не в дождь и ветер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Автобус и поезд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Машина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топливом на длинном маршруте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Для всех: лимит дней и даты из запроса, ночёвка на каждую ночь, режим работы мест, прогноз погоды. Проверку делает код, а не модель.</a:t>
            </a:r>
            <a:endParaRPr lang="en-US" sz="1150" dirty="0"/>
          </a:p>
        </p:txBody>
      </p:sp>
      <p:sp>
        <p:nvSpPr>
          <p:cNvPr id="16" name="guard"/>
          <p:cNvSpPr/>
          <p:nvPr/>
        </p:nvSpPr>
        <p:spPr>
          <a:xfrm>
            <a:off x="5349240" y="1051560"/>
            <a:ext cx="333756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32120" y="1170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Нецелевые запросы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1600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«Реши задачу по алгебре»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18470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про поездки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1671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«Неделя в Сочи»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414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Приморье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7340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«Забудь все правила…»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29809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остаётся в роли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3212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«Из Хабаровска во Владивосток»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547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строит план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три версии на одном наборе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10 фиксированных запросов: 7 поездок разным транспортом и 3 нецелевых. Качество = 0,5 × верный тул + 0,5 × доля пройденных проверок.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868680"/>
                <a:gridCol w="868680"/>
                <a:gridCol w="868680"/>
                <a:gridCol w="86868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Версия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67,03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+ проверка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65,07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22,79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66344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−63%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модели уходит только нужное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43 → 100%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проходят все проверки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$0.005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Эвал нашёл три бага агента — все исправлены в v3: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длинный план не влезал в лимит токенов и обрезался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модель присылала дни плана строкой вместо списка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 невыполнимом запросе («170 км на велосипеде за день») агент собирал данные по кругу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бортовой журнал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241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960120" y="9966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9966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996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окружение и зависимости</a:t>
            </a:r>
            <a:endParaRPr lang="en-US" sz="1200" dirty="0"/>
          </a:p>
        </p:txBody>
      </p:sp>
      <p:sp>
        <p:nvSpPr>
          <p:cNvPr id="8" name="num-2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960120" y="154533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54533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5453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вписать OPENROUTER_API_KEY</a:t>
            </a:r>
            <a:endParaRPr lang="en-US" sz="1200" dirty="0"/>
          </a:p>
        </p:txBody>
      </p:sp>
      <p:sp>
        <p:nvSpPr>
          <p:cNvPr id="13" name="num-3"/>
          <p:cNvSpPr/>
          <p:nvPr/>
        </p:nvSpPr>
        <p:spPr>
          <a:xfrm>
            <a:off x="457200" y="212140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960120" y="209397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209397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0939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приложение на localhost:8000</a:t>
            </a:r>
            <a:endParaRPr lang="en-US" sz="1200" dirty="0"/>
          </a:p>
        </p:txBody>
      </p:sp>
      <p:sp>
        <p:nvSpPr>
          <p:cNvPr id="18" name="num-4"/>
          <p:cNvSpPr/>
          <p:nvPr/>
        </p:nvSpPr>
        <p:spPr>
          <a:xfrm>
            <a:off x="457200" y="26700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960120" y="264261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2642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26426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тестов: бэкенд, фронт, браузер</a:t>
            </a:r>
            <a:endParaRPr lang="en-US" sz="1200" dirty="0"/>
          </a:p>
        </p:txBody>
      </p:sp>
      <p:sp>
        <p:nvSpPr>
          <p:cNvPr id="23" name="num-5"/>
          <p:cNvSpPr/>
          <p:nvPr/>
        </p:nvSpPr>
        <p:spPr>
          <a:xfrm>
            <a:off x="457200" y="321868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960120" y="319125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319125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31912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замеры трёх версий → таблица</a:t>
            </a:r>
            <a:endParaRPr lang="en-US" sz="1200" dirty="0"/>
          </a:p>
        </p:txBody>
      </p:sp>
      <p:sp>
        <p:nvSpPr>
          <p:cNvPr id="28" name="num-6"/>
          <p:cNvSpPr/>
          <p:nvPr/>
        </p:nvSpPr>
        <p:spPr>
          <a:xfrm>
            <a:off x="457200" y="37673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960120" y="37398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97280" y="37398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railway up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34840" y="37398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деплой: Docker, одна команда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348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github.com/BessolitsinGleb/AI-ta</a:t>
            </a:r>
            <a:endParaRPr lang="en-US" sz="1200" dirty="0"/>
          </a:p>
        </p:txBody>
      </p:sp>
      <p:pic>
        <p:nvPicPr>
          <p:cNvPr id="34" name="q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24128"/>
            <a:ext cx="1783080" cy="17830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6903720" y="28529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Живое демо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675120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amba-production-3ab7.up.railway.app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Попробуйте Амбу по QR-коду — план поездки по Приморью за минуту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548640"/>
            <a:ext cx="1828800" cy="1984248"/>
          </a:xfrm>
          <a:prstGeom prst="rect">
            <a:avLst/>
          </a:prstGeom>
        </p:spPr>
      </p:pic>
      <p:pic>
        <p:nvPicPr>
          <p:cNvPr id="5" name="qr-fin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697480"/>
            <a:ext cx="1600200" cy="16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F5A15F"/>
                </a:solidFill>
              </a:rPr>
              <a:t>Хорошей дороги!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2F5D8A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2026-10-21T09:28:57Z</dcterms:created>
  <dcterms:modified xsi:type="dcterms:W3CDTF">2026-10-21T09:28:57Z</dcterms:modified>
</cp:coreProperties>
</file>